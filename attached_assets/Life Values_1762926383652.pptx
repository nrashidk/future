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145.xml" ContentType="application/vnd.openxmlformats-officedocument.presentationml.tags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94" r:id="rId3"/>
  </p:sldMasterIdLst>
  <p:notesMasterIdLst>
    <p:notesMasterId r:id="rId6"/>
  </p:notesMasterIdLst>
  <p:sldIdLst>
    <p:sldId id="275" r:id="rId4"/>
    <p:sldId id="2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26C279-F198-A7EB-9E63-8A338A446AAE}" name="Amna Ali Ghanim Al Ali" initials="AA" userId="S::aaalali@ECOUNCIL.AE::d04211a5-1e61-49f1-8aa6-a58254399f54" providerId="AD"/>
  <p188:author id="{01AABDCD-E6D8-DE15-5428-66D0F3674208}" name="Maitha Salem Sultan Almemari" initials="MSSA" userId="S::msalmemari@ECOUNCIL.AE::f25a2aac-b055-410c-b96d-2c9b1c6650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B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F7E464-1E00-4F98-AD20-E09D627C1D76}" v="241" dt="2025-11-07T08:29:33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 autoAdjust="0"/>
    <p:restoredTop sz="94694"/>
  </p:normalViewPr>
  <p:slideViewPr>
    <p:cSldViewPr snapToGrid="0">
      <p:cViewPr varScale="1">
        <p:scale>
          <a:sx n="117" d="100"/>
          <a:sy n="117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B434D-E5BC-4110-9960-1693857E4952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346D8-2E40-4FA8-820D-0C12F862B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9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10" Type="http://schemas.openxmlformats.org/officeDocument/2006/relationships/oleObject" Target="../embeddings/oleObject3.bin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oleObject" Target="../embeddings/oleObject5.bin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oleObject" Target="../embeddings/oleObject6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7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7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9" Type="http://schemas.openxmlformats.org/officeDocument/2006/relationships/oleObject" Target="../embeddings/oleObject10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oleObject" Target="../embeddings/oleObject3.bin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oleObject" Target="../embeddings/oleObject14.bin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3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oleObject" Target="../embeddings/oleObject16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37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4" Type="http://schemas.openxmlformats.org/officeDocument/2006/relationships/oleObject" Target="../embeddings/oleObject22.bin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563" y="304272"/>
            <a:ext cx="11572875" cy="59531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en-US" sz="2333" b="1" dirty="0">
                <a:solidFill>
                  <a:srgbClr val="173F60"/>
                </a:solidFill>
                <a:latin typeface="+mn-lt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68D9AC-677A-F966-B450-1ECD3A90D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9563" y="992408"/>
            <a:ext cx="11572875" cy="4048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750" b="0">
                <a:solidFill>
                  <a:schemeClr val="accent3"/>
                </a:solidFill>
                <a:latin typeface="+mn-lt"/>
                <a:ea typeface="+mj-ea"/>
                <a:cs typeface="Graphik Arabic Bold" pitchFamily="50" charset="-78"/>
              </a:defRPr>
            </a:lvl1pPr>
          </a:lstStyle>
          <a:p>
            <a:pPr marL="228581" lvl="0" indent="-228581">
              <a:spcBef>
                <a:spcPct val="0"/>
              </a:spcBef>
            </a:pPr>
            <a:r>
              <a:rPr lang="en-US"/>
              <a:t>Subtitle Goes Here Calibri 21pt 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5529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DFE13C-0673-09AE-7A70-E505EEAA5DBF}"/>
              </a:ext>
            </a:extLst>
          </p:cNvPr>
          <p:cNvGrpSpPr/>
          <p:nvPr/>
        </p:nvGrpSpPr>
        <p:grpSpPr>
          <a:xfrm>
            <a:off x="0" y="152136"/>
            <a:ext cx="12192000" cy="0"/>
            <a:chOff x="0" y="180973"/>
            <a:chExt cx="14630400" cy="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C328DDA-B51A-6657-8CD1-354553DE026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973"/>
              <a:ext cx="1463040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23808-11F5-FB4E-D002-269A83CB971D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" y="180973"/>
              <a:ext cx="6985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4666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>
          <p15:clr>
            <a:srgbClr val="FBAE40"/>
          </p15:clr>
        </p15:guide>
        <p15:guide id="2" orient="horz" pos="6935">
          <p15:clr>
            <a:srgbClr val="FBAE40"/>
          </p15:clr>
        </p15:guide>
        <p15:guide id="3" orient="horz" pos="19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563" y="304272"/>
            <a:ext cx="11572875" cy="5953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333" b="0" dirty="0">
                <a:solidFill>
                  <a:srgbClr val="173F60"/>
                </a:solidFill>
                <a:latin typeface="Montserrat Medium" pitchFamily="2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5529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DFE13C-0673-09AE-7A70-E505EEAA5DBF}"/>
              </a:ext>
            </a:extLst>
          </p:cNvPr>
          <p:cNvGrpSpPr/>
          <p:nvPr/>
        </p:nvGrpSpPr>
        <p:grpSpPr>
          <a:xfrm>
            <a:off x="0" y="152136"/>
            <a:ext cx="12192000" cy="0"/>
            <a:chOff x="0" y="180973"/>
            <a:chExt cx="14630400" cy="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C328DDA-B51A-6657-8CD1-354553DE026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973"/>
              <a:ext cx="1463040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23808-11F5-FB4E-D002-269A83CB971D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" y="180973"/>
              <a:ext cx="6985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575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>
          <p15:clr>
            <a:srgbClr val="FBAE40"/>
          </p15:clr>
        </p15:guide>
        <p15:guide id="2" orient="horz" pos="6935">
          <p15:clr>
            <a:srgbClr val="FBAE40"/>
          </p15:clr>
        </p15:guide>
        <p15:guide id="3" orient="horz" pos="19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740" y="365125"/>
            <a:ext cx="11439260" cy="7778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000" b="0" dirty="0">
                <a:solidFill>
                  <a:srgbClr val="173F60"/>
                </a:solidFill>
                <a:latin typeface="Montserrat Medium" pitchFamily="2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4092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3D79C-FCDE-A41C-26E4-1328FE937A7F}"/>
              </a:ext>
            </a:extLst>
          </p:cNvPr>
          <p:cNvCxnSpPr>
            <a:cxnSpLocks/>
          </p:cNvCxnSpPr>
          <p:nvPr/>
        </p:nvCxnSpPr>
        <p:spPr>
          <a:xfrm>
            <a:off x="371740" y="1238063"/>
            <a:ext cx="11439261" cy="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54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0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ner Slide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997157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281941"/>
            <a:ext cx="11622088" cy="7806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2000" cap="none" baseline="0">
                <a:solidFill>
                  <a:srgbClr val="173F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85116-3396-6673-892A-C10F1F6B07DC}"/>
              </a:ext>
            </a:extLst>
          </p:cNvPr>
          <p:cNvCxnSpPr>
            <a:cxnSpLocks/>
          </p:cNvCxnSpPr>
          <p:nvPr userDrawn="1"/>
        </p:nvCxnSpPr>
        <p:spPr>
          <a:xfrm>
            <a:off x="282575" y="1160057"/>
            <a:ext cx="116220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55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094">
          <p15:clr>
            <a:srgbClr val="FBAE40"/>
          </p15:clr>
        </p15:guide>
        <p15:guide id="6" orient="horz" pos="4954">
          <p15:clr>
            <a:srgbClr val="FBAE40"/>
          </p15:clr>
        </p15:guide>
        <p15:guide id="7" orient="horz" pos="6912">
          <p15:clr>
            <a:srgbClr val="FBAE40"/>
          </p15:clr>
        </p15:guide>
        <p15:guide id="8" pos="8999">
          <p15:clr>
            <a:srgbClr val="FBAE40"/>
          </p15:clr>
        </p15:guide>
        <p15:guide id="9" pos="2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28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91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216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5"/>
            <a:ext cx="346557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60" indent="0" algn="ctr">
              <a:buNone/>
              <a:defRPr sz="2000"/>
            </a:lvl2pPr>
            <a:lvl3pPr marL="914318" indent="0" algn="ctr">
              <a:buNone/>
              <a:defRPr sz="1800"/>
            </a:lvl3pPr>
            <a:lvl4pPr marL="1371477" indent="0" algn="ctr">
              <a:buNone/>
              <a:defRPr sz="1600"/>
            </a:lvl4pPr>
            <a:lvl5pPr marL="1828636" indent="0" algn="ctr">
              <a:buNone/>
              <a:defRPr sz="1600"/>
            </a:lvl5pPr>
            <a:lvl6pPr marL="2285794" indent="0" algn="ctr">
              <a:buNone/>
              <a:defRPr sz="1600"/>
            </a:lvl6pPr>
            <a:lvl7pPr marL="2742952" indent="0" algn="ctr">
              <a:buNone/>
              <a:defRPr sz="1600"/>
            </a:lvl7pPr>
            <a:lvl8pPr marL="3200112" indent="0" algn="ctr">
              <a:buNone/>
              <a:defRPr sz="1600"/>
            </a:lvl8pPr>
            <a:lvl9pPr marL="365727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6" y="41598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70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E06DB61-07CA-4F1A-848E-08ECE668729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63316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slide layou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2EB71E7-2DF9-46C3-9F0C-D9517B320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216" y="436888"/>
            <a:ext cx="11361104" cy="669619"/>
          </a:xfrm>
        </p:spPr>
        <p:txBody>
          <a:bodyPr lIns="0" rIns="0" anchor="t">
            <a:noAutofit/>
          </a:bodyPr>
          <a:lstStyle>
            <a:lvl1pPr algn="r" rtl="1">
              <a:defRPr sz="2400" b="1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A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E2F75F9-6FAC-10C3-DE24-52C16D74FAD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566091" y="882197"/>
            <a:ext cx="1247229" cy="0"/>
          </a:xfrm>
          <a:prstGeom prst="line">
            <a:avLst/>
          </a:prstGeom>
          <a:ln w="28575">
            <a:solidFill>
              <a:srgbClr val="857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530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slide layou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081917-4CC6-6E90-E341-B2488B6B864D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566091" y="882197"/>
            <a:ext cx="1247229" cy="0"/>
          </a:xfrm>
          <a:prstGeom prst="line">
            <a:avLst/>
          </a:prstGeom>
          <a:ln w="28575">
            <a:solidFill>
              <a:srgbClr val="857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8937D5E-55B7-A93C-036C-DF1044BDC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21" y="436888"/>
            <a:ext cx="11287567" cy="669619"/>
          </a:xfrm>
        </p:spPr>
        <p:txBody>
          <a:bodyPr anchor="t">
            <a:noAutofit/>
          </a:bodyPr>
          <a:lstStyle>
            <a:lvl1pPr algn="r" rtl="1">
              <a:defRPr sz="2400" b="1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8586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740" y="365125"/>
            <a:ext cx="11439260" cy="7778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000" b="1" dirty="0">
                <a:solidFill>
                  <a:srgbClr val="173F60"/>
                </a:solidFill>
                <a:latin typeface="Calibri" panose="020F0502020204030204" pitchFamily="34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3D79C-FCDE-A41C-26E4-1328FE937A7F}"/>
              </a:ext>
            </a:extLst>
          </p:cNvPr>
          <p:cNvCxnSpPr>
            <a:cxnSpLocks/>
          </p:cNvCxnSpPr>
          <p:nvPr/>
        </p:nvCxnSpPr>
        <p:spPr>
          <a:xfrm>
            <a:off x="371740" y="1238063"/>
            <a:ext cx="11439261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0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740" y="365125"/>
            <a:ext cx="11439260" cy="7778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000" b="1" dirty="0">
                <a:solidFill>
                  <a:srgbClr val="173F60"/>
                </a:solidFill>
                <a:latin typeface="Calibri" panose="020F0502020204030204" pitchFamily="34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PT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4092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3D79C-FCDE-A41C-26E4-1328FE937A7F}"/>
              </a:ext>
            </a:extLst>
          </p:cNvPr>
          <p:cNvCxnSpPr>
            <a:cxnSpLocks/>
          </p:cNvCxnSpPr>
          <p:nvPr/>
        </p:nvCxnSpPr>
        <p:spPr>
          <a:xfrm>
            <a:off x="371740" y="1238063"/>
            <a:ext cx="11439261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D543A4-F2DB-8306-5BAE-26A6823E61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7720" y="2200317"/>
            <a:ext cx="8473281" cy="4258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0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3166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FE54EBA-3525-4696-AAE4-70066BF0691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3120" y="-34506"/>
            <a:ext cx="2599426" cy="1065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984E95-753E-4507-B771-95CCADA6932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025432"/>
            <a:ext cx="12188824" cy="5573177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49661" y="5391751"/>
            <a:ext cx="1108646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1400" dirty="0"/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0801" y="4227155"/>
            <a:ext cx="1108646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200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0801" y="2751892"/>
            <a:ext cx="11086464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94F33-678A-4C79-8668-F3A80259C9B3}"/>
              </a:ext>
            </a:extLst>
          </p:cNvPr>
          <p:cNvCxnSpPr>
            <a:cxnSpLocks/>
          </p:cNvCxnSpPr>
          <p:nvPr userDrawn="1"/>
        </p:nvCxnSpPr>
        <p:spPr>
          <a:xfrm flipH="1">
            <a:off x="554736" y="941753"/>
            <a:ext cx="11082528" cy="0"/>
          </a:xfrm>
          <a:prstGeom prst="line">
            <a:avLst/>
          </a:prstGeom>
          <a:ln w="19050">
            <a:solidFill>
              <a:srgbClr val="8476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77855-E161-4905-909D-08F5D62A795F}"/>
              </a:ext>
            </a:extLst>
          </p:cNvPr>
          <p:cNvSpPr/>
          <p:nvPr userDrawn="1"/>
        </p:nvSpPr>
        <p:spPr>
          <a:xfrm>
            <a:off x="412020" y="6569168"/>
            <a:ext cx="390812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r>
              <a:rPr lang="en-US" sz="900">
                <a:solidFill>
                  <a:srgbClr val="837655"/>
                </a:solidFill>
                <a:latin typeface="Calibri Light" panose="020F0302020204030204" pitchFamily="34" charset="0"/>
                <a:ea typeface="DIN Next LT Arabic" charset="0"/>
                <a:cs typeface="Calibri Light" panose="020F0302020204030204" pitchFamily="34" charset="0"/>
              </a:rPr>
              <a:t>مكتب أبوظبي التنفيذي - هذه الوثيقة سرية للغاية ومخصصة لاطلاع الأشخاص المعنين فق. ©2022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6E9BE6-1117-438A-97C4-D576B9BF2C19}"/>
              </a:ext>
            </a:extLst>
          </p:cNvPr>
          <p:cNvCxnSpPr>
            <a:cxnSpLocks/>
          </p:cNvCxnSpPr>
          <p:nvPr userDrawn="1"/>
        </p:nvCxnSpPr>
        <p:spPr>
          <a:xfrm flipH="1">
            <a:off x="4396509" y="6706449"/>
            <a:ext cx="7240755" cy="0"/>
          </a:xfrm>
          <a:prstGeom prst="line">
            <a:avLst/>
          </a:prstGeom>
          <a:ln w="19050">
            <a:solidFill>
              <a:srgbClr val="8476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96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5856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970227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cap="all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583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35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8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7AA1451F-BE37-46E3-8F76-CA39A2187BE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31221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695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1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BB08C9C8-7F89-4405-BE19-3BF764CC37E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83014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44C5F1A-FBF0-4CA0-A145-787473F01704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992081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6503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3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3" y="4284631"/>
            <a:ext cx="9180576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60E2E8AA-4487-4E9E-B265-52FB7F2B99A4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35822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476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216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60" indent="0" algn="ctr">
              <a:buNone/>
              <a:defRPr sz="2000"/>
            </a:lvl2pPr>
            <a:lvl3pPr marL="914318" indent="0" algn="ctr">
              <a:buNone/>
              <a:defRPr sz="1800"/>
            </a:lvl3pPr>
            <a:lvl4pPr marL="1371477" indent="0" algn="ctr">
              <a:buNone/>
              <a:defRPr sz="1600"/>
            </a:lvl4pPr>
            <a:lvl5pPr marL="1828636" indent="0" algn="ctr">
              <a:buNone/>
              <a:defRPr sz="1600"/>
            </a:lvl5pPr>
            <a:lvl6pPr marL="2285794" indent="0" algn="ctr">
              <a:buNone/>
              <a:defRPr sz="1600"/>
            </a:lvl6pPr>
            <a:lvl7pPr marL="2742952" indent="0" algn="ctr">
              <a:buNone/>
              <a:defRPr sz="1600"/>
            </a:lvl7pPr>
            <a:lvl8pPr marL="3200112" indent="0" algn="ctr">
              <a:buNone/>
              <a:defRPr sz="1600"/>
            </a:lvl8pPr>
            <a:lvl9pPr marL="365727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6" y="41598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70"/>
            <a:ext cx="25146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877C1E7-6901-4AC3-B13D-FA4ABBB0F4E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44554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91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216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5"/>
            <a:ext cx="346557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60" indent="0" algn="ctr">
              <a:buNone/>
              <a:defRPr sz="2000"/>
            </a:lvl2pPr>
            <a:lvl3pPr marL="914318" indent="0" algn="ctr">
              <a:buNone/>
              <a:defRPr sz="1800"/>
            </a:lvl3pPr>
            <a:lvl4pPr marL="1371477" indent="0" algn="ctr">
              <a:buNone/>
              <a:defRPr sz="1600"/>
            </a:lvl4pPr>
            <a:lvl5pPr marL="1828636" indent="0" algn="ctr">
              <a:buNone/>
              <a:defRPr sz="1600"/>
            </a:lvl5pPr>
            <a:lvl6pPr marL="2285794" indent="0" algn="ctr">
              <a:buNone/>
              <a:defRPr sz="1600"/>
            </a:lvl6pPr>
            <a:lvl7pPr marL="2742952" indent="0" algn="ctr">
              <a:buNone/>
              <a:defRPr sz="1600"/>
            </a:lvl7pPr>
            <a:lvl8pPr marL="3200112" indent="0" algn="ctr">
              <a:buNone/>
              <a:defRPr sz="1600"/>
            </a:lvl8pPr>
            <a:lvl9pPr marL="365727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6" y="41598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70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E06DB61-07CA-4F1A-848E-08ECE668729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75492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129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216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3"/>
            <a:ext cx="5065776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970227"/>
            <a:ext cx="5065776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377AE772-FD25-4178-B475-26AF85CA2FC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7651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612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3"/>
            <a:ext cx="6967728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216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970227"/>
            <a:ext cx="6967728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83583F17-E555-40E2-BC85-5DBA2BA6D1D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80108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9412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4E5F4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3"/>
            <a:ext cx="7918704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70227"/>
            <a:ext cx="7918704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EE4233F-0271-48A5-9F6A-70F581CD82B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605304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9980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3"/>
            <a:ext cx="11082528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558489" y="1401800"/>
            <a:ext cx="34464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/>
              <a:t>STICKER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CA3E4D-A2CF-4AD5-9044-9DB4F0714F27}"/>
              </a:ext>
            </a:extLst>
          </p:cNvPr>
          <p:cNvCxnSpPr>
            <a:cxnSpLocks/>
          </p:cNvCxnSpPr>
          <p:nvPr userDrawn="1"/>
        </p:nvCxnSpPr>
        <p:spPr>
          <a:xfrm flipH="1">
            <a:off x="554736" y="1357392"/>
            <a:ext cx="11082528" cy="0"/>
          </a:xfrm>
          <a:prstGeom prst="line">
            <a:avLst/>
          </a:prstGeom>
          <a:ln w="19050">
            <a:solidFill>
              <a:srgbClr val="8476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D93A91-967A-4439-9229-2830A3852EEE}"/>
              </a:ext>
            </a:extLst>
          </p:cNvPr>
          <p:cNvCxnSpPr>
            <a:cxnSpLocks/>
          </p:cNvCxnSpPr>
          <p:nvPr userDrawn="1"/>
        </p:nvCxnSpPr>
        <p:spPr>
          <a:xfrm flipH="1">
            <a:off x="554736" y="6706449"/>
            <a:ext cx="11082528" cy="0"/>
          </a:xfrm>
          <a:prstGeom prst="line">
            <a:avLst/>
          </a:prstGeom>
          <a:ln w="19050">
            <a:solidFill>
              <a:srgbClr val="8476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F307A75E-B495-46FF-849E-47B3227F250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33433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07FC0E7-0472-4508-9A21-5675F766DB6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8495703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SLIDE_U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519057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2583C6F-549F-51C7-45C4-36735253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0999"/>
            <a:ext cx="3387363" cy="5715001"/>
          </a:xfrm>
          <a:prstGeom prst="rect">
            <a:avLst/>
          </a:prstGeom>
        </p:spPr>
        <p:txBody>
          <a:bodyPr vert="horz"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2083" cap="all" baseline="0">
                <a:solidFill>
                  <a:srgbClr val="173F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910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057">
          <p15:clr>
            <a:srgbClr val="FBAE40"/>
          </p15:clr>
        </p15:guide>
        <p15:guide id="6" orient="horz" pos="1224">
          <p15:clr>
            <a:srgbClr val="FBAE40"/>
          </p15:clr>
        </p15:guide>
        <p15:guide id="7" orient="horz" pos="6912">
          <p15:clr>
            <a:srgbClr val="FBAE40"/>
          </p15:clr>
        </p15:guide>
        <p15:guide id="8" pos="12384">
          <p15:clr>
            <a:srgbClr val="FBAE40"/>
          </p15:clr>
        </p15:guide>
        <p15:guide id="9" pos="298">
          <p15:clr>
            <a:srgbClr val="FBAE40"/>
          </p15:clr>
        </p15:guide>
        <p15:guide id="10" pos="8928">
          <p15:clr>
            <a:srgbClr val="FBAE40"/>
          </p15:clr>
        </p15:guide>
        <p15:guide id="11" orient="horz" pos="288">
          <p15:clr>
            <a:srgbClr val="FBAE40"/>
          </p15:clr>
        </p15:guide>
        <p15:guide id="12" orient="horz" pos="4896">
          <p15:clr>
            <a:srgbClr val="FBAE40"/>
          </p15:clr>
        </p15:guide>
        <p15:guide id="13" orient="horz" pos="4608">
          <p15:clr>
            <a:srgbClr val="FBAE40"/>
          </p15:clr>
        </p15:guide>
        <p15:guide id="14" pos="48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37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Slide_Dark with BG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3897300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E5B6339-1B64-181C-0102-DEAA6A525B9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alphaModFix amt="20000"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9" y="224213"/>
            <a:ext cx="11212286" cy="838362"/>
          </a:xfrm>
          <a:prstGeom prst="rect">
            <a:avLst/>
          </a:prstGeom>
        </p:spPr>
        <p:txBody>
          <a:bodyPr vert="horz" lIns="0" tIns="0" rIns="0" bIns="0" anchor="b" anchorCtr="0">
            <a:normAutofit/>
          </a:bodyPr>
          <a:lstStyle>
            <a:lvl1pPr algn="l">
              <a:defRPr sz="1929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85116-3396-6673-892A-C10F1F6B07DC}"/>
              </a:ext>
            </a:extLst>
          </p:cNvPr>
          <p:cNvCxnSpPr>
            <a:cxnSpLocks/>
          </p:cNvCxnSpPr>
          <p:nvPr userDrawn="1"/>
        </p:nvCxnSpPr>
        <p:spPr>
          <a:xfrm flipH="1">
            <a:off x="489859" y="1160057"/>
            <a:ext cx="1121228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798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244">
          <p15:clr>
            <a:srgbClr val="FBAE40"/>
          </p15:clr>
        </p15:guide>
        <p15:guide id="5" orient="horz" pos="1486">
          <p15:clr>
            <a:srgbClr val="FBAE40"/>
          </p15:clr>
        </p15:guide>
        <p15:guide id="6" orient="horz" pos="1625">
          <p15:clr>
            <a:srgbClr val="FBAE40"/>
          </p15:clr>
        </p15:guide>
        <p15:guide id="7" orient="horz" pos="8294">
          <p15:clr>
            <a:srgbClr val="FBAE40"/>
          </p15:clr>
        </p15:guide>
        <p15:guide id="8" pos="14861">
          <p15:clr>
            <a:srgbClr val="FBAE40"/>
          </p15:clr>
        </p15:guide>
        <p15:guide id="9" pos="62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Slide_RHS Blo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705175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85116-3396-6673-892A-C10F1F6B07DC}"/>
              </a:ext>
            </a:extLst>
          </p:cNvPr>
          <p:cNvCxnSpPr>
            <a:cxnSpLocks/>
          </p:cNvCxnSpPr>
          <p:nvPr userDrawn="1"/>
        </p:nvCxnSpPr>
        <p:spPr>
          <a:xfrm flipH="1">
            <a:off x="489858" y="1160057"/>
            <a:ext cx="502919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erson working out in a gym&#10;&#10;Description automatically generated with medium confidence">
            <a:extLst>
              <a:ext uri="{FF2B5EF4-FFF2-40B4-BE49-F238E27FC236}">
                <a16:creationId xmlns:a16="http://schemas.microsoft.com/office/drawing/2014/main" id="{0B1763B6-76A6-388D-DB40-6F5829927D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5519057" y="0"/>
            <a:ext cx="66729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B0EA06-4793-FFB4-F028-644652489E6E}"/>
              </a:ext>
            </a:extLst>
          </p:cNvPr>
          <p:cNvSpPr>
            <a:spLocks/>
          </p:cNvSpPr>
          <p:nvPr userDrawn="1"/>
        </p:nvSpPr>
        <p:spPr>
          <a:xfrm>
            <a:off x="5519058" y="2"/>
            <a:ext cx="6672942" cy="6857999"/>
          </a:xfrm>
          <a:prstGeom prst="rect">
            <a:avLst/>
          </a:prstGeom>
          <a:solidFill>
            <a:schemeClr val="tx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6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8" y="224213"/>
            <a:ext cx="5029199" cy="838362"/>
          </a:xfrm>
          <a:prstGeom prst="rect">
            <a:avLst/>
          </a:prstGeom>
        </p:spPr>
        <p:txBody>
          <a:bodyPr vert="horz" lIns="0" tIns="0" rIns="0" bIns="0" anchor="b" anchorCtr="0">
            <a:normAutofit/>
          </a:bodyPr>
          <a:lstStyle>
            <a:lvl1pPr algn="l">
              <a:defRPr sz="1929" cap="all" baseline="0">
                <a:solidFill>
                  <a:srgbClr val="173F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1814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4861">
          <p15:clr>
            <a:srgbClr val="FBAE40"/>
          </p15:clr>
        </p15:guide>
        <p15:guide id="3" pos="622">
          <p15:clr>
            <a:srgbClr val="FBAE40"/>
          </p15:clr>
        </p15:guide>
        <p15:guide id="4" orient="horz" pos="1244">
          <p15:clr>
            <a:srgbClr val="FBAE40"/>
          </p15:clr>
        </p15:guide>
        <p15:guide id="5" orient="horz" pos="1486">
          <p15:clr>
            <a:srgbClr val="FBAE40"/>
          </p15:clr>
        </p15:guide>
        <p15:guide id="6" orient="horz" pos="1625">
          <p15:clr>
            <a:srgbClr val="FBAE40"/>
          </p15:clr>
        </p15:guide>
        <p15:guide id="7" orient="horz" pos="829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Slide_AD Skylin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1516876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picture containing water, sky, outdoor, ocean&#10;&#10;Description automatically generated">
            <a:extLst>
              <a:ext uri="{FF2B5EF4-FFF2-40B4-BE49-F238E27FC236}">
                <a16:creationId xmlns:a16="http://schemas.microsoft.com/office/drawing/2014/main" id="{61E201D7-2F20-08D7-59DD-230023AA8C1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grayscl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1279072"/>
            <a:ext cx="12191999" cy="52523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9" y="224213"/>
            <a:ext cx="11212286" cy="838362"/>
          </a:xfrm>
          <a:prstGeom prst="rect">
            <a:avLst/>
          </a:prstGeom>
        </p:spPr>
        <p:txBody>
          <a:bodyPr vert="horz" lIns="0" tIns="0" rIns="0" bIns="0" anchor="b" anchorCtr="0">
            <a:normAutofit/>
          </a:bodyPr>
          <a:lstStyle>
            <a:lvl1pPr algn="l">
              <a:defRPr sz="1929" cap="all" baseline="0">
                <a:solidFill>
                  <a:srgbClr val="173F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E49993-5DBF-69F9-078B-75F87FB93286}"/>
              </a:ext>
            </a:extLst>
          </p:cNvPr>
          <p:cNvCxnSpPr>
            <a:cxnSpLocks/>
          </p:cNvCxnSpPr>
          <p:nvPr userDrawn="1"/>
        </p:nvCxnSpPr>
        <p:spPr>
          <a:xfrm flipH="1">
            <a:off x="489859" y="1160057"/>
            <a:ext cx="1121228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7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94">
          <p15:clr>
            <a:srgbClr val="FBAE40"/>
          </p15:clr>
        </p15:guide>
        <p15:guide id="4" orient="horz" pos="1244">
          <p15:clr>
            <a:srgbClr val="FBAE40"/>
          </p15:clr>
        </p15:guide>
        <p15:guide id="5" orient="horz" pos="1486">
          <p15:clr>
            <a:srgbClr val="FBAE40"/>
          </p15:clr>
        </p15:guide>
        <p15:guide id="6" orient="horz" pos="1625">
          <p15:clr>
            <a:srgbClr val="FBAE40"/>
          </p15:clr>
        </p15:guide>
        <p15:guide id="7" pos="14861">
          <p15:clr>
            <a:srgbClr val="FBAE40"/>
          </p15:clr>
        </p15:guide>
        <p15:guide id="8" pos="62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Slide_AD Skyline BG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6AF00F-40CF-6CDC-422B-FFDB20176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2543105"/>
              </p:ext>
            </p:extLst>
          </p:nvPr>
        </p:nvGraphicFramePr>
        <p:xfrm>
          <a:off x="1135" y="1135"/>
          <a:ext cx="1134" cy="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6AF00F-40CF-6CDC-422B-FFDB2017620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135" y="1135"/>
                        <a:ext cx="1134" cy="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1E201D7-2F20-08D7-59DD-230023AA8C1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grayscl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1279072"/>
            <a:ext cx="12191999" cy="52523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9" y="224213"/>
            <a:ext cx="11212286" cy="838362"/>
          </a:xfrm>
          <a:prstGeom prst="rect">
            <a:avLst/>
          </a:prstGeom>
        </p:spPr>
        <p:txBody>
          <a:bodyPr vert="horz" lIns="0" tIns="0" rIns="0" bIns="0" anchor="b" anchorCtr="0">
            <a:normAutofit/>
          </a:bodyPr>
          <a:lstStyle>
            <a:lvl1pPr algn="l">
              <a:defRPr sz="1929" cap="all" baseline="0">
                <a:solidFill>
                  <a:srgbClr val="173F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E49993-5DBF-69F9-078B-75F87FB93286}"/>
              </a:ext>
            </a:extLst>
          </p:cNvPr>
          <p:cNvCxnSpPr>
            <a:cxnSpLocks/>
          </p:cNvCxnSpPr>
          <p:nvPr userDrawn="1"/>
        </p:nvCxnSpPr>
        <p:spPr>
          <a:xfrm flipH="1">
            <a:off x="489859" y="1160057"/>
            <a:ext cx="1121228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9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94">
          <p15:clr>
            <a:srgbClr val="FBAE40"/>
          </p15:clr>
        </p15:guide>
        <p15:guide id="4" orient="horz" pos="1244">
          <p15:clr>
            <a:srgbClr val="FBAE40"/>
          </p15:clr>
        </p15:guide>
        <p15:guide id="5" orient="horz" pos="1486">
          <p15:clr>
            <a:srgbClr val="FBAE40"/>
          </p15:clr>
        </p15:guide>
        <p15:guide id="6" orient="horz" pos="1625">
          <p15:clr>
            <a:srgbClr val="FBAE40"/>
          </p15:clr>
        </p15:guide>
        <p15:guide id="7" pos="14861">
          <p15:clr>
            <a:srgbClr val="FBAE40"/>
          </p15:clr>
        </p15:guide>
        <p15:guide id="8" pos="62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6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BDC26-9AF6-48F0-B816-3C66240C922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500" r="27218" b="28500"/>
          <a:stretch/>
        </p:blipFill>
        <p:spPr>
          <a:xfrm>
            <a:off x="4471699" y="3122025"/>
            <a:ext cx="2536796" cy="614479"/>
          </a:xfrm>
          <a:prstGeom prst="rect">
            <a:avLst/>
          </a:prstGeom>
        </p:spPr>
      </p:pic>
      <p:pic>
        <p:nvPicPr>
          <p:cNvPr id="7" name="Picture 35">
            <a:extLst>
              <a:ext uri="{FF2B5EF4-FFF2-40B4-BE49-F238E27FC236}">
                <a16:creationId xmlns:a16="http://schemas.microsoft.com/office/drawing/2014/main" id="{F39091D0-AA72-494D-9B85-9FCA88176B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7259" y="2955305"/>
            <a:ext cx="673044" cy="94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128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563" y="304272"/>
            <a:ext cx="11572875" cy="59531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333" b="0" dirty="0">
                <a:solidFill>
                  <a:srgbClr val="173F60"/>
                </a:solidFill>
                <a:latin typeface="Montserrat Medium" pitchFamily="2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5529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DFE13C-0673-09AE-7A70-E505EEAA5DBF}"/>
              </a:ext>
            </a:extLst>
          </p:cNvPr>
          <p:cNvGrpSpPr>
            <a:grpSpLocks/>
          </p:cNvGrpSpPr>
          <p:nvPr/>
        </p:nvGrpSpPr>
        <p:grpSpPr>
          <a:xfrm>
            <a:off x="0" y="152136"/>
            <a:ext cx="12192000" cy="0"/>
            <a:chOff x="0" y="180973"/>
            <a:chExt cx="14630400" cy="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C328DDA-B51A-6657-8CD1-354553DE026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973"/>
              <a:ext cx="1463040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23808-11F5-FB4E-D002-269A83CB971D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" y="180973"/>
              <a:ext cx="6985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9435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>
          <p15:clr>
            <a:srgbClr val="FBAE40"/>
          </p15:clr>
        </p15:guide>
        <p15:guide id="2" orient="horz" pos="6935">
          <p15:clr>
            <a:srgbClr val="FBAE40"/>
          </p15:clr>
        </p15:guide>
        <p15:guide id="3" orient="horz" pos="193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FCD4-601D-2B22-FBF2-913FA0E1C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740" y="365125"/>
            <a:ext cx="11439260" cy="7778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2000" b="0" dirty="0">
                <a:solidFill>
                  <a:srgbClr val="173F60"/>
                </a:solidFill>
                <a:latin typeface="Montserrat Medium" pitchFamily="2" charset="0"/>
                <a:cs typeface="Graphik Arabic Bold" pitchFamily="50" charset="-78"/>
              </a:defRPr>
            </a:lvl1pPr>
          </a:lstStyle>
          <a:p>
            <a:pPr marL="0" lvl="0"/>
            <a:r>
              <a:rPr lang="en-US"/>
              <a:t>CLICK TO EDIT MASTER TITLE STYLE 28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0078CA7-1F06-C8BB-F9D6-1E8D8FC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4092" y="6553730"/>
            <a:ext cx="586908" cy="176714"/>
          </a:xfrm>
          <a:prstGeom prst="rect">
            <a:avLst/>
          </a:prstGeom>
        </p:spPr>
        <p:txBody>
          <a:bodyPr lIns="0" tIns="0" rIns="0" bIns="0"/>
          <a:lstStyle>
            <a:lvl1pPr algn="r" rtl="1">
              <a:defRPr sz="833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r>
              <a:rPr lang="en-US"/>
              <a:t>/</a:t>
            </a:r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3D79C-FCDE-A41C-26E4-1328FE937A7F}"/>
              </a:ext>
            </a:extLst>
          </p:cNvPr>
          <p:cNvCxnSpPr>
            <a:cxnSpLocks/>
          </p:cNvCxnSpPr>
          <p:nvPr/>
        </p:nvCxnSpPr>
        <p:spPr>
          <a:xfrm>
            <a:off x="371740" y="1238063"/>
            <a:ext cx="11439261" cy="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7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0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18" Type="http://schemas.openxmlformats.org/officeDocument/2006/relationships/tags" Target="../tags/tag9.xml"/><Relationship Id="rId26" Type="http://schemas.openxmlformats.org/officeDocument/2006/relationships/tags" Target="../tags/tag1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2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17" Type="http://schemas.openxmlformats.org/officeDocument/2006/relationships/tags" Target="../tags/tag8.xml"/><Relationship Id="rId25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7.xml"/><Relationship Id="rId20" Type="http://schemas.openxmlformats.org/officeDocument/2006/relationships/tags" Target="../tags/tag11.xml"/><Relationship Id="rId29" Type="http://schemas.openxmlformats.org/officeDocument/2006/relationships/tags" Target="../tags/tag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24" Type="http://schemas.openxmlformats.org/officeDocument/2006/relationships/tags" Target="../tags/tag15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6.xml"/><Relationship Id="rId23" Type="http://schemas.openxmlformats.org/officeDocument/2006/relationships/tags" Target="../tags/tag14.xml"/><Relationship Id="rId28" Type="http://schemas.openxmlformats.org/officeDocument/2006/relationships/tags" Target="../tags/tag19.xml"/><Relationship Id="rId10" Type="http://schemas.openxmlformats.org/officeDocument/2006/relationships/tags" Target="../tags/tag1.xml"/><Relationship Id="rId19" Type="http://schemas.openxmlformats.org/officeDocument/2006/relationships/tags" Target="../tags/tag10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tags" Target="../tags/tag5.xml"/><Relationship Id="rId22" Type="http://schemas.openxmlformats.org/officeDocument/2006/relationships/tags" Target="../tags/tag13.xml"/><Relationship Id="rId27" Type="http://schemas.openxmlformats.org/officeDocument/2006/relationships/tags" Target="../tags/tag18.xml"/><Relationship Id="rId30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ags" Target="../tags/tag32.xml"/><Relationship Id="rId39" Type="http://schemas.openxmlformats.org/officeDocument/2006/relationships/tags" Target="../tags/tag45.xml"/><Relationship Id="rId21" Type="http://schemas.openxmlformats.org/officeDocument/2006/relationships/slideLayout" Target="../slideLayouts/slideLayout29.xml"/><Relationship Id="rId34" Type="http://schemas.openxmlformats.org/officeDocument/2006/relationships/tags" Target="../tags/tag40.xml"/><Relationship Id="rId42" Type="http://schemas.openxmlformats.org/officeDocument/2006/relationships/tags" Target="../tags/tag48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tags" Target="../tags/tag35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tags" Target="../tags/tag43.xml"/><Relationship Id="rId40" Type="http://schemas.openxmlformats.org/officeDocument/2006/relationships/tags" Target="../tags/tag46.xml"/><Relationship Id="rId45" Type="http://schemas.openxmlformats.org/officeDocument/2006/relationships/oleObject" Target="../embeddings/oleObject4.bin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theme" Target="../theme/theme2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tags" Target="../tags/tag37.xml"/><Relationship Id="rId44" Type="http://schemas.openxmlformats.org/officeDocument/2006/relationships/tags" Target="../tags/tag50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Relationship Id="rId43" Type="http://schemas.openxmlformats.org/officeDocument/2006/relationships/tags" Target="../tags/tag49.xml"/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tags" Target="../tags/tag44.xml"/><Relationship Id="rId20" Type="http://schemas.openxmlformats.org/officeDocument/2006/relationships/slideLayout" Target="../slideLayouts/slideLayout28.xml"/><Relationship Id="rId41" Type="http://schemas.openxmlformats.org/officeDocument/2006/relationships/tags" Target="../tags/tag4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3.bin"/><Relationship Id="rId4" Type="http://schemas.openxmlformats.org/officeDocument/2006/relationships/tags" Target="../tags/tag1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5AC607F-005D-DC1A-4A36-896BBE0792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264373410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572" imgH="588" progId="TCLayout.ActiveDocument.1">
                  <p:embed/>
                </p:oleObj>
              </mc:Choice>
              <mc:Fallback>
                <p:oleObj name="think-cell Slide" r:id="rId30" imgW="572" imgH="588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75AC607F-005D-DC1A-4A36-896BBE0792F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 hidden="1">
            <a:extLst>
              <a:ext uri="{FF2B5EF4-FFF2-40B4-BE49-F238E27FC236}">
                <a16:creationId xmlns:a16="http://schemas.microsoft.com/office/drawing/2014/main" id="{02ABD66B-A887-D239-338B-A0DBCCC3F683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>
              <a:solidFill>
                <a:schemeClr val="bg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4. Footnote" hidden="1">
            <a:extLst>
              <a:ext uri="{FF2B5EF4-FFF2-40B4-BE49-F238E27FC236}">
                <a16:creationId xmlns:a16="http://schemas.microsoft.com/office/drawing/2014/main" id="{04669B9D-E4AC-2C2A-5DD3-C68BF58D9FA8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48640" y="6274556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Footnote</a:t>
            </a:r>
          </a:p>
        </p:txBody>
      </p:sp>
      <p:grpSp>
        <p:nvGrpSpPr>
          <p:cNvPr id="5" name="Grid" hidden="1">
            <a:extLst>
              <a:ext uri="{FF2B5EF4-FFF2-40B4-BE49-F238E27FC236}">
                <a16:creationId xmlns:a16="http://schemas.microsoft.com/office/drawing/2014/main" id="{E56E3F0D-A1E5-8C25-9B5F-B1CC6B88B851}"/>
              </a:ext>
            </a:extLst>
          </p:cNvPr>
          <p:cNvGrpSpPr/>
          <p:nvPr userDrawn="1">
            <p:custDataLst>
              <p:tags r:id="rId13"/>
            </p:custDataLst>
          </p:nvPr>
        </p:nvGrpSpPr>
        <p:grpSpPr bwMode="blackGray">
          <a:xfrm>
            <a:off x="3" y="0"/>
            <a:ext cx="12190476" cy="6858000"/>
            <a:chOff x="0" y="0"/>
            <a:chExt cx="12190476" cy="6858000"/>
          </a:xfrm>
        </p:grpSpPr>
        <p:sp>
          <p:nvSpPr>
            <p:cNvPr id="6" name="slide margin">
              <a:extLst>
                <a:ext uri="{FF2B5EF4-FFF2-40B4-BE49-F238E27FC236}">
                  <a16:creationId xmlns:a16="http://schemas.microsoft.com/office/drawing/2014/main" id="{CCDFACC0-1B0D-4193-6AD5-1169DD6C735F}"/>
                </a:ext>
              </a:extLst>
            </p:cNvPr>
            <p:cNvSpPr/>
            <p:nvPr/>
          </p:nvSpPr>
          <p:spPr bwMode="black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B8D31ED-B80E-6592-0471-6E75B7A5A4B2}"/>
                </a:ext>
              </a:extLst>
            </p:cNvPr>
            <p:cNvCxnSpPr/>
            <p:nvPr/>
          </p:nvCxnSpPr>
          <p:spPr bwMode="black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8B15BB-61A5-FA3D-0E1E-685E9DCADE77}"/>
                </a:ext>
              </a:extLst>
            </p:cNvPr>
            <p:cNvCxnSpPr/>
            <p:nvPr/>
          </p:nvCxnSpPr>
          <p:spPr bwMode="black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6D7F3DC-8CE6-CB60-76D6-F7A5AEAFDE50}"/>
                </a:ext>
              </a:extLst>
            </p:cNvPr>
            <p:cNvCxnSpPr/>
            <p:nvPr/>
          </p:nvCxnSpPr>
          <p:spPr bwMode="black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420F9EC-72E5-8E63-C695-BFF8F4393C02}"/>
                </a:ext>
              </a:extLst>
            </p:cNvPr>
            <p:cNvCxnSpPr/>
            <p:nvPr/>
          </p:nvCxnSpPr>
          <p:spPr bwMode="black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CB7F99-0592-B3E1-3F74-30767408D6D0}"/>
                </a:ext>
              </a:extLst>
            </p:cNvPr>
            <p:cNvCxnSpPr/>
            <p:nvPr/>
          </p:nvCxnSpPr>
          <p:spPr bwMode="black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E4A1638-B951-C2D3-4291-78959F65D7E3}"/>
                </a:ext>
              </a:extLst>
            </p:cNvPr>
            <p:cNvCxnSpPr/>
            <p:nvPr/>
          </p:nvCxnSpPr>
          <p:spPr bwMode="black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6D99D1-9083-A453-9A1B-D145362092DC}"/>
                </a:ext>
              </a:extLst>
            </p:cNvPr>
            <p:cNvCxnSpPr/>
            <p:nvPr/>
          </p:nvCxnSpPr>
          <p:spPr bwMode="black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C9D2328-39D1-49D8-ABF5-38658B2E6CEA}"/>
                </a:ext>
              </a:extLst>
            </p:cNvPr>
            <p:cNvCxnSpPr/>
            <p:nvPr/>
          </p:nvCxnSpPr>
          <p:spPr bwMode="black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E3E208-72F1-C7BE-E493-8AAC0485526A}"/>
                </a:ext>
              </a:extLst>
            </p:cNvPr>
            <p:cNvCxnSpPr/>
            <p:nvPr/>
          </p:nvCxnSpPr>
          <p:spPr bwMode="black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11C0BC-9093-E149-1EC1-3923651722F5}"/>
                </a:ext>
              </a:extLst>
            </p:cNvPr>
            <p:cNvCxnSpPr/>
            <p:nvPr/>
          </p:nvCxnSpPr>
          <p:spPr bwMode="black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E219A8-98CB-8179-633D-D6FE5B45EB6B}"/>
                </a:ext>
              </a:extLst>
            </p:cNvPr>
            <p:cNvCxnSpPr/>
            <p:nvPr/>
          </p:nvCxnSpPr>
          <p:spPr bwMode="black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34D8785-D514-9297-F18A-B339E1E7A2BB}"/>
                </a:ext>
              </a:extLst>
            </p:cNvPr>
            <p:cNvCxnSpPr/>
            <p:nvPr/>
          </p:nvCxnSpPr>
          <p:spPr bwMode="black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D53C73A-6BDB-F705-22E5-A51BED7CCCAC}"/>
                </a:ext>
              </a:extLst>
            </p:cNvPr>
            <p:cNvSpPr/>
            <p:nvPr/>
          </p:nvSpPr>
          <p:spPr bwMode="black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7AB7E8-5EB2-8561-50B7-E4B5EAA12A41}"/>
                </a:ext>
              </a:extLst>
            </p:cNvPr>
            <p:cNvSpPr/>
            <p:nvPr/>
          </p:nvSpPr>
          <p:spPr bwMode="black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69B2084-5579-0DA9-1BB8-863D83C771CF}"/>
                </a:ext>
              </a:extLst>
            </p:cNvPr>
            <p:cNvSpPr/>
            <p:nvPr/>
          </p:nvSpPr>
          <p:spPr bwMode="black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693623-F06E-88EB-2BBC-FD67700DEA27}"/>
                </a:ext>
              </a:extLst>
            </p:cNvPr>
            <p:cNvSpPr/>
            <p:nvPr/>
          </p:nvSpPr>
          <p:spPr bwMode="black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00244BC-86D4-192E-C701-C3AC7898ADAC}"/>
                </a:ext>
              </a:extLst>
            </p:cNvPr>
            <p:cNvSpPr/>
            <p:nvPr/>
          </p:nvSpPr>
          <p:spPr bwMode="black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3E8B3EA-6077-09D3-2791-B3969F13243C}"/>
                </a:ext>
              </a:extLst>
            </p:cNvPr>
            <p:cNvSpPr/>
            <p:nvPr/>
          </p:nvSpPr>
          <p:spPr bwMode="black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586669-1DE0-9C28-BA72-9F7F0C48E51A}"/>
                </a:ext>
              </a:extLst>
            </p:cNvPr>
            <p:cNvSpPr/>
            <p:nvPr/>
          </p:nvSpPr>
          <p:spPr bwMode="black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84F0EE-0356-CC96-5EDA-23DDB06BAC3B}"/>
                </a:ext>
              </a:extLst>
            </p:cNvPr>
            <p:cNvSpPr/>
            <p:nvPr/>
          </p:nvSpPr>
          <p:spPr bwMode="black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9345734-3CE9-058B-D60F-3B8C5C72BF44}"/>
                </a:ext>
              </a:extLst>
            </p:cNvPr>
            <p:cNvSpPr/>
            <p:nvPr/>
          </p:nvSpPr>
          <p:spPr bwMode="black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01E4779-4F62-CDD4-4BF9-73D65A3537BC}"/>
                </a:ext>
              </a:extLst>
            </p:cNvPr>
            <p:cNvSpPr/>
            <p:nvPr/>
          </p:nvSpPr>
          <p:spPr bwMode="black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001AE97-A43B-325E-AFF7-402944FA08F8}"/>
                </a:ext>
              </a:extLst>
            </p:cNvPr>
            <p:cNvSpPr/>
            <p:nvPr/>
          </p:nvSpPr>
          <p:spPr bwMode="black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738825-A3BF-4770-3700-16658EE1657E}"/>
                </a:ext>
              </a:extLst>
            </p:cNvPr>
            <p:cNvSpPr/>
            <p:nvPr/>
          </p:nvSpPr>
          <p:spPr bwMode="black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BF506BC-3987-FCFE-216C-230403820DCF}"/>
                </a:ext>
              </a:extLst>
            </p:cNvPr>
            <p:cNvSpPr/>
            <p:nvPr/>
          </p:nvSpPr>
          <p:spPr bwMode="black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7348047-FA95-BBB7-ACBB-963BC82D6A64}"/>
                </a:ext>
              </a:extLst>
            </p:cNvPr>
            <p:cNvSpPr/>
            <p:nvPr/>
          </p:nvSpPr>
          <p:spPr bwMode="black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B7E2A7-1451-3F3B-DAB1-B82DB4473AAC}"/>
                </a:ext>
              </a:extLst>
            </p:cNvPr>
            <p:cNvSpPr/>
            <p:nvPr userDrawn="1"/>
          </p:nvSpPr>
          <p:spPr bwMode="black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F7D5FDB-ECD8-F004-7C08-75F100C4F82F}"/>
                </a:ext>
              </a:extLst>
            </p:cNvPr>
            <p:cNvSpPr/>
            <p:nvPr userDrawn="1"/>
          </p:nvSpPr>
          <p:spPr bwMode="black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1BC50D-541A-384F-2195-728E6970FFE2}"/>
                </a:ext>
              </a:extLst>
            </p:cNvPr>
            <p:cNvSpPr/>
            <p:nvPr userDrawn="1"/>
          </p:nvSpPr>
          <p:spPr bwMode="black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AF20437-9FBA-5A95-C232-52DA30F42EBD}"/>
                </a:ext>
              </a:extLst>
            </p:cNvPr>
            <p:cNvSpPr/>
            <p:nvPr userDrawn="1"/>
          </p:nvSpPr>
          <p:spPr bwMode="black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FD6E423-408A-6A66-3213-CD207D2583F6}"/>
                </a:ext>
              </a:extLst>
            </p:cNvPr>
            <p:cNvSpPr/>
            <p:nvPr userDrawn="1"/>
          </p:nvSpPr>
          <p:spPr bwMode="black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0D06A5F-533A-6BD8-5ADF-1BC30096EAD2}"/>
                </a:ext>
              </a:extLst>
            </p:cNvPr>
            <p:cNvSpPr/>
            <p:nvPr userDrawn="1"/>
          </p:nvSpPr>
          <p:spPr bwMode="black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8C9E403-166D-3B1B-FC1F-5845D1BD5558}"/>
                </a:ext>
              </a:extLst>
            </p:cNvPr>
            <p:cNvSpPr/>
            <p:nvPr userDrawn="1"/>
          </p:nvSpPr>
          <p:spPr bwMode="black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2B476B-AACF-B73F-16C5-FC3E9CDD4F2D}"/>
                </a:ext>
              </a:extLst>
            </p:cNvPr>
            <p:cNvSpPr/>
            <p:nvPr userDrawn="1"/>
          </p:nvSpPr>
          <p:spPr bwMode="black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58AF0E8-B344-826D-3804-CF7C83F94551}"/>
                </a:ext>
              </a:extLst>
            </p:cNvPr>
            <p:cNvSpPr/>
            <p:nvPr userDrawn="1"/>
          </p:nvSpPr>
          <p:spPr bwMode="black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47F0FD7-9643-1AD5-6820-D33CEE6C96DD}"/>
                </a:ext>
              </a:extLst>
            </p:cNvPr>
            <p:cNvSpPr/>
            <p:nvPr userDrawn="1"/>
          </p:nvSpPr>
          <p:spPr bwMode="black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9FD0F9D-C45E-5D30-EEB5-0630C46D273B}"/>
                </a:ext>
              </a:extLst>
            </p:cNvPr>
            <p:cNvSpPr/>
            <p:nvPr userDrawn="1"/>
          </p:nvSpPr>
          <p:spPr bwMode="black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60A6042-E777-FC4C-579E-FABBC09E6143}"/>
                </a:ext>
              </a:extLst>
            </p:cNvPr>
            <p:cNvCxnSpPr/>
            <p:nvPr userDrawn="1"/>
          </p:nvCxnSpPr>
          <p:spPr bwMode="black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E753EA-8ED8-C044-EDB1-CB46BFDED38C}"/>
                </a:ext>
              </a:extLst>
            </p:cNvPr>
            <p:cNvCxnSpPr/>
            <p:nvPr userDrawn="1"/>
          </p:nvCxnSpPr>
          <p:spPr bwMode="black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099A253-E0D8-433F-187F-F1C8E6F72888}"/>
                </a:ext>
              </a:extLst>
            </p:cNvPr>
            <p:cNvCxnSpPr/>
            <p:nvPr userDrawn="1"/>
          </p:nvCxnSpPr>
          <p:spPr bwMode="black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BE4878B-6A11-A3BA-05EE-B02815A9A39C}"/>
                </a:ext>
              </a:extLst>
            </p:cNvPr>
            <p:cNvCxnSpPr/>
            <p:nvPr userDrawn="1"/>
          </p:nvCxnSpPr>
          <p:spPr bwMode="black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2C11E13-3986-694B-2A08-D380C3EED55D}"/>
                </a:ext>
              </a:extLst>
            </p:cNvPr>
            <p:cNvCxnSpPr/>
            <p:nvPr userDrawn="1"/>
          </p:nvCxnSpPr>
          <p:spPr bwMode="black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016EC06-11D3-FC4C-5D17-9AD3C5D71F58}"/>
                </a:ext>
              </a:extLst>
            </p:cNvPr>
            <p:cNvCxnSpPr/>
            <p:nvPr userDrawn="1"/>
          </p:nvCxnSpPr>
          <p:spPr bwMode="black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29E9823-0D36-FE69-6A66-FFF41DB8FCE9}"/>
                </a:ext>
              </a:extLst>
            </p:cNvPr>
            <p:cNvCxnSpPr/>
            <p:nvPr userDrawn="1"/>
          </p:nvCxnSpPr>
          <p:spPr bwMode="black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A5F2021-E2A2-6224-9ADC-2717BB840A95}"/>
                </a:ext>
              </a:extLst>
            </p:cNvPr>
            <p:cNvCxnSpPr/>
            <p:nvPr userDrawn="1"/>
          </p:nvCxnSpPr>
          <p:spPr bwMode="black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C3ED396-DDAA-7FFB-407A-C08F1FBD2E23}"/>
                </a:ext>
              </a:extLst>
            </p:cNvPr>
            <p:cNvCxnSpPr/>
            <p:nvPr userDrawn="1"/>
          </p:nvCxnSpPr>
          <p:spPr bwMode="black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7398555-A93D-2B12-DD68-68556444FBC2}"/>
                </a:ext>
              </a:extLst>
            </p:cNvPr>
            <p:cNvCxnSpPr/>
            <p:nvPr userDrawn="1"/>
          </p:nvCxnSpPr>
          <p:spPr bwMode="black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758C668-D9BA-01E4-394A-2E6296CC2F71}"/>
                </a:ext>
              </a:extLst>
            </p:cNvPr>
            <p:cNvCxnSpPr/>
            <p:nvPr userDrawn="1"/>
          </p:nvCxnSpPr>
          <p:spPr bwMode="black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A03A4D7-47E5-6656-51C5-3C4689580142}"/>
                </a:ext>
              </a:extLst>
            </p:cNvPr>
            <p:cNvCxnSpPr/>
            <p:nvPr userDrawn="1"/>
          </p:nvCxnSpPr>
          <p:spPr bwMode="black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F33BA69-0615-7AE2-AD21-D9EEB4DC3A72}"/>
                </a:ext>
              </a:extLst>
            </p:cNvPr>
            <p:cNvCxnSpPr/>
            <p:nvPr userDrawn="1"/>
          </p:nvCxnSpPr>
          <p:spPr bwMode="black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27469C7-BFFD-F4BC-277E-3B62B6EFA82D}"/>
                </a:ext>
              </a:extLst>
            </p:cNvPr>
            <p:cNvCxnSpPr/>
            <p:nvPr userDrawn="1"/>
          </p:nvCxnSpPr>
          <p:spPr bwMode="black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1E6ED57-CBAA-6D6B-FCED-7F6661A1F842}"/>
                </a:ext>
              </a:extLst>
            </p:cNvPr>
            <p:cNvCxnSpPr/>
            <p:nvPr userDrawn="1"/>
          </p:nvCxnSpPr>
          <p:spPr bwMode="black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451DA22-271E-71DA-871C-B81C30A41B3B}"/>
                </a:ext>
              </a:extLst>
            </p:cNvPr>
            <p:cNvCxnSpPr/>
            <p:nvPr userDrawn="1"/>
          </p:nvCxnSpPr>
          <p:spPr bwMode="black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14F5DC2-23E6-17C5-5E2D-768CC7AF6C0C}"/>
                </a:ext>
              </a:extLst>
            </p:cNvPr>
            <p:cNvCxnSpPr/>
            <p:nvPr userDrawn="1"/>
          </p:nvCxnSpPr>
          <p:spPr bwMode="black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4D0307B-E5F7-3484-9364-AC043498F61C}"/>
                </a:ext>
              </a:extLst>
            </p:cNvPr>
            <p:cNvCxnSpPr/>
            <p:nvPr userDrawn="1"/>
          </p:nvCxnSpPr>
          <p:spPr bwMode="black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35CED62-48F7-C94C-CEFE-56D7C7A5BB07}"/>
                </a:ext>
              </a:extLst>
            </p:cNvPr>
            <p:cNvCxnSpPr/>
            <p:nvPr userDrawn="1"/>
          </p:nvCxnSpPr>
          <p:spPr bwMode="black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6838C93-FD3B-AD6D-7C2E-F638BAC86AE0}"/>
                </a:ext>
              </a:extLst>
            </p:cNvPr>
            <p:cNvCxnSpPr/>
            <p:nvPr userDrawn="1"/>
          </p:nvCxnSpPr>
          <p:spPr bwMode="black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5F47BD5-BAA7-60D6-D111-F5D12CE8939A}"/>
                </a:ext>
              </a:extLst>
            </p:cNvPr>
            <p:cNvCxnSpPr/>
            <p:nvPr userDrawn="1"/>
          </p:nvCxnSpPr>
          <p:spPr bwMode="black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84AF41F-C58E-3D9F-52E7-EFFC38615FA2}"/>
                </a:ext>
              </a:extLst>
            </p:cNvPr>
            <p:cNvCxnSpPr/>
            <p:nvPr userDrawn="1"/>
          </p:nvCxnSpPr>
          <p:spPr bwMode="black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A729156-C87A-A298-9B27-9AB638B7CF82}"/>
                </a:ext>
              </a:extLst>
            </p:cNvPr>
            <p:cNvCxnSpPr/>
            <p:nvPr userDrawn="1"/>
          </p:nvCxnSpPr>
          <p:spPr bwMode="black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22DCB63-E0F0-E9C5-BCB0-B9919C427A19}"/>
                </a:ext>
              </a:extLst>
            </p:cNvPr>
            <p:cNvCxnSpPr/>
            <p:nvPr userDrawn="1"/>
          </p:nvCxnSpPr>
          <p:spPr bwMode="black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3AE18F9-1609-2573-B4A0-1B65E190949F}"/>
                </a:ext>
              </a:extLst>
            </p:cNvPr>
            <p:cNvCxnSpPr/>
            <p:nvPr userDrawn="1"/>
          </p:nvCxnSpPr>
          <p:spPr bwMode="black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9DC8C8C-E18F-4E08-621B-A8BF53647E6C}"/>
                </a:ext>
              </a:extLst>
            </p:cNvPr>
            <p:cNvCxnSpPr/>
            <p:nvPr userDrawn="1"/>
          </p:nvCxnSpPr>
          <p:spPr bwMode="black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C3CAC2A-A10C-CB55-A972-97DDE79C12F7}"/>
                </a:ext>
              </a:extLst>
            </p:cNvPr>
            <p:cNvCxnSpPr/>
            <p:nvPr userDrawn="1"/>
          </p:nvCxnSpPr>
          <p:spPr bwMode="black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1F9E1B6-0A2F-352E-00F7-A5AC550A45F8}"/>
                </a:ext>
              </a:extLst>
            </p:cNvPr>
            <p:cNvCxnSpPr/>
            <p:nvPr userDrawn="1"/>
          </p:nvCxnSpPr>
          <p:spPr bwMode="black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F83C752-7AA5-32C3-B0F4-BBDDE725E8E2}"/>
                </a:ext>
              </a:extLst>
            </p:cNvPr>
            <p:cNvCxnSpPr/>
            <p:nvPr userDrawn="1"/>
          </p:nvCxnSpPr>
          <p:spPr bwMode="black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F6BF42D-62F5-2971-D123-20A5417B8DEE}"/>
                </a:ext>
              </a:extLst>
            </p:cNvPr>
            <p:cNvCxnSpPr/>
            <p:nvPr userDrawn="1"/>
          </p:nvCxnSpPr>
          <p:spPr bwMode="black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E90A628-A009-49FF-2E7A-1D41B5BA387F}"/>
                </a:ext>
              </a:extLst>
            </p:cNvPr>
            <p:cNvCxnSpPr/>
            <p:nvPr userDrawn="1"/>
          </p:nvCxnSpPr>
          <p:spPr bwMode="black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F81D5B-F714-BC86-244D-8B522DCCCB43}"/>
                </a:ext>
              </a:extLst>
            </p:cNvPr>
            <p:cNvCxnSpPr/>
            <p:nvPr userDrawn="1"/>
          </p:nvCxnSpPr>
          <p:spPr bwMode="black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E3B90A3-DC44-139B-2DEE-24F976BB7394}"/>
                </a:ext>
              </a:extLst>
            </p:cNvPr>
            <p:cNvCxnSpPr/>
            <p:nvPr userDrawn="1"/>
          </p:nvCxnSpPr>
          <p:spPr bwMode="black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FD856D-5F47-3B02-EA29-F50CE1621EC3}"/>
                </a:ext>
              </a:extLst>
            </p:cNvPr>
            <p:cNvCxnSpPr/>
            <p:nvPr userDrawn="1"/>
          </p:nvCxnSpPr>
          <p:spPr bwMode="black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8587771-F755-BB7F-4DC4-77B4E268BB92}"/>
                </a:ext>
              </a:extLst>
            </p:cNvPr>
            <p:cNvCxnSpPr/>
            <p:nvPr userDrawn="1"/>
          </p:nvCxnSpPr>
          <p:spPr bwMode="black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7632408-DE88-0B24-F99F-E94AF956FA50}"/>
                </a:ext>
              </a:extLst>
            </p:cNvPr>
            <p:cNvCxnSpPr/>
            <p:nvPr userDrawn="1"/>
          </p:nvCxnSpPr>
          <p:spPr bwMode="black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374B039-89D0-EC16-B406-6CE4E6739214}"/>
                </a:ext>
              </a:extLst>
            </p:cNvPr>
            <p:cNvCxnSpPr/>
            <p:nvPr userDrawn="1"/>
          </p:nvCxnSpPr>
          <p:spPr bwMode="black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8D9F770-6FA6-D5B5-4258-6923ED9574F9}"/>
                </a:ext>
              </a:extLst>
            </p:cNvPr>
            <p:cNvCxnSpPr/>
            <p:nvPr userDrawn="1"/>
          </p:nvCxnSpPr>
          <p:spPr bwMode="black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74C7368-4582-E2C8-8064-4982DD41A4AA}"/>
                </a:ext>
              </a:extLst>
            </p:cNvPr>
            <p:cNvCxnSpPr/>
            <p:nvPr userDrawn="1"/>
          </p:nvCxnSpPr>
          <p:spPr bwMode="black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ECF6682-02E5-8800-020F-CA41819D8800}"/>
                </a:ext>
              </a:extLst>
            </p:cNvPr>
            <p:cNvCxnSpPr/>
            <p:nvPr userDrawn="1"/>
          </p:nvCxnSpPr>
          <p:spPr bwMode="black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C5573D5-CF0E-D29F-33C7-A3A56C14FF53}"/>
                </a:ext>
              </a:extLst>
            </p:cNvPr>
            <p:cNvCxnSpPr/>
            <p:nvPr userDrawn="1"/>
          </p:nvCxnSpPr>
          <p:spPr bwMode="black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0FFC27F-ED6A-186F-E5F7-1F32101F7293}"/>
                </a:ext>
              </a:extLst>
            </p:cNvPr>
            <p:cNvCxnSpPr/>
            <p:nvPr userDrawn="1"/>
          </p:nvCxnSpPr>
          <p:spPr bwMode="black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F7A30EC-8018-C907-1445-C578E3C93F2C}"/>
                </a:ext>
              </a:extLst>
            </p:cNvPr>
            <p:cNvCxnSpPr/>
            <p:nvPr userDrawn="1"/>
          </p:nvCxnSpPr>
          <p:spPr bwMode="black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985DDA6-EB93-0583-4A9B-DFFBC243E4F6}"/>
                </a:ext>
              </a:extLst>
            </p:cNvPr>
            <p:cNvCxnSpPr/>
            <p:nvPr userDrawn="1"/>
          </p:nvCxnSpPr>
          <p:spPr bwMode="black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main body box">
              <a:extLst>
                <a:ext uri="{FF2B5EF4-FFF2-40B4-BE49-F238E27FC236}">
                  <a16:creationId xmlns:a16="http://schemas.microsoft.com/office/drawing/2014/main" id="{338F1102-CE96-35FF-3431-20C9221A7D1F}"/>
                </a:ext>
              </a:extLst>
            </p:cNvPr>
            <p:cNvSpPr/>
            <p:nvPr userDrawn="1"/>
          </p:nvSpPr>
          <p:spPr bwMode="black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992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F2EE574-C431-7FE0-4F81-0540376397F2}"/>
                </a:ext>
              </a:extLst>
            </p:cNvPr>
            <p:cNvCxnSpPr/>
            <p:nvPr userDrawn="1"/>
          </p:nvCxnSpPr>
          <p:spPr bwMode="black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39A8D2D-7A45-EB2D-80AD-FD7BD82F3DFF}"/>
                </a:ext>
              </a:extLst>
            </p:cNvPr>
            <p:cNvCxnSpPr/>
            <p:nvPr userDrawn="1"/>
          </p:nvCxnSpPr>
          <p:spPr bwMode="black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1" name="ACET" hidden="1">
            <a:extLst>
              <a:ext uri="{FF2B5EF4-FFF2-40B4-BE49-F238E27FC236}">
                <a16:creationId xmlns:a16="http://schemas.microsoft.com/office/drawing/2014/main" id="{9F021522-509E-348A-FA40-47C9CA93DE4C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4942420" y="2133601"/>
            <a:ext cx="4065671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Above Chart Exhibit Title</a:t>
            </a:r>
          </a:p>
          <a:p>
            <a:pPr lvl="0"/>
            <a:r>
              <a:rPr lang="en-US" sz="1600" b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Unit of Measure</a:t>
            </a:r>
          </a:p>
        </p:txBody>
      </p:sp>
      <p:grpSp>
        <p:nvGrpSpPr>
          <p:cNvPr id="92" name="LegendBoxes" hidden="1">
            <a:extLst>
              <a:ext uri="{FF2B5EF4-FFF2-40B4-BE49-F238E27FC236}">
                <a16:creationId xmlns:a16="http://schemas.microsoft.com/office/drawing/2014/main" id="{6C1C29FA-292F-F977-E66D-6E024006274A}"/>
              </a:ext>
            </a:extLst>
          </p:cNvPr>
          <p:cNvGrpSpPr/>
          <p:nvPr userDrawn="1"/>
        </p:nvGrpSpPr>
        <p:grpSpPr>
          <a:xfrm>
            <a:off x="10407316" y="4381498"/>
            <a:ext cx="962378" cy="1717281"/>
            <a:chOff x="7756825" y="4364041"/>
            <a:chExt cx="721784" cy="1717282"/>
          </a:xfrm>
        </p:grpSpPr>
        <p:sp>
          <p:nvSpPr>
            <p:cNvPr id="93" name="RectangleLegend1" hidden="1">
              <a:extLst>
                <a:ext uri="{FF2B5EF4-FFF2-40B4-BE49-F238E27FC236}">
                  <a16:creationId xmlns:a16="http://schemas.microsoft.com/office/drawing/2014/main" id="{2149DBE3-A574-7B41-094E-0FDD1D0A75EE}"/>
                </a:ext>
              </a:extLst>
            </p:cNvPr>
            <p:cNvSpPr/>
            <p:nvPr/>
          </p:nvSpPr>
          <p:spPr>
            <a:xfrm>
              <a:off x="7756825" y="4385399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94" name="RectangleLegend2" hidden="1">
              <a:extLst>
                <a:ext uri="{FF2B5EF4-FFF2-40B4-BE49-F238E27FC236}">
                  <a16:creationId xmlns:a16="http://schemas.microsoft.com/office/drawing/2014/main" id="{4889766B-1EF5-3F74-ED56-DC0032460FAF}"/>
                </a:ext>
              </a:extLst>
            </p:cNvPr>
            <p:cNvSpPr/>
            <p:nvPr/>
          </p:nvSpPr>
          <p:spPr>
            <a:xfrm>
              <a:off x="7756825" y="4764897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95" name="RectangleLegend3" hidden="1">
              <a:extLst>
                <a:ext uri="{FF2B5EF4-FFF2-40B4-BE49-F238E27FC236}">
                  <a16:creationId xmlns:a16="http://schemas.microsoft.com/office/drawing/2014/main" id="{C49E8341-793C-D409-5F5B-72768B50ACA8}"/>
                </a:ext>
              </a:extLst>
            </p:cNvPr>
            <p:cNvSpPr/>
            <p:nvPr/>
          </p:nvSpPr>
          <p:spPr>
            <a:xfrm>
              <a:off x="7756825" y="5138493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96" name="RectangleLegend4" hidden="1">
              <a:extLst>
                <a:ext uri="{FF2B5EF4-FFF2-40B4-BE49-F238E27FC236}">
                  <a16:creationId xmlns:a16="http://schemas.microsoft.com/office/drawing/2014/main" id="{0193D1C6-978A-89A0-DA1C-C4F2D3C8909D}"/>
                </a:ext>
              </a:extLst>
            </p:cNvPr>
            <p:cNvSpPr/>
            <p:nvPr/>
          </p:nvSpPr>
          <p:spPr>
            <a:xfrm>
              <a:off x="7756825" y="5512089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97" name="RectangleLegend5" hidden="1">
              <a:extLst>
                <a:ext uri="{FF2B5EF4-FFF2-40B4-BE49-F238E27FC236}">
                  <a16:creationId xmlns:a16="http://schemas.microsoft.com/office/drawing/2014/main" id="{6A235F8D-22FE-7C0B-BE95-CD6C77689D83}"/>
                </a:ext>
              </a:extLst>
            </p:cNvPr>
            <p:cNvSpPr/>
            <p:nvPr/>
          </p:nvSpPr>
          <p:spPr>
            <a:xfrm>
              <a:off x="7756825" y="5885685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98" name="Legend1" hidden="1">
              <a:extLst>
                <a:ext uri="{FF2B5EF4-FFF2-40B4-BE49-F238E27FC236}">
                  <a16:creationId xmlns:a16="http://schemas.microsoft.com/office/drawing/2014/main" id="{B91F8092-466F-447D-0787-992AA8F75A1E}"/>
                </a:ext>
              </a:extLst>
            </p:cNvPr>
            <p:cNvSpPr txBox="1"/>
            <p:nvPr/>
          </p:nvSpPr>
          <p:spPr>
            <a:xfrm>
              <a:off x="8082971" y="4364041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99" name="Legend2" hidden="1">
              <a:extLst>
                <a:ext uri="{FF2B5EF4-FFF2-40B4-BE49-F238E27FC236}">
                  <a16:creationId xmlns:a16="http://schemas.microsoft.com/office/drawing/2014/main" id="{7F23849F-2063-247A-F50D-3925C972A7E4}"/>
                </a:ext>
              </a:extLst>
            </p:cNvPr>
            <p:cNvSpPr txBox="1"/>
            <p:nvPr/>
          </p:nvSpPr>
          <p:spPr>
            <a:xfrm>
              <a:off x="8082971" y="4743539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0" name="Legend3" hidden="1">
              <a:extLst>
                <a:ext uri="{FF2B5EF4-FFF2-40B4-BE49-F238E27FC236}">
                  <a16:creationId xmlns:a16="http://schemas.microsoft.com/office/drawing/2014/main" id="{74F755A0-7346-BE06-1885-AB1507EBDE1E}"/>
                </a:ext>
              </a:extLst>
            </p:cNvPr>
            <p:cNvSpPr txBox="1"/>
            <p:nvPr/>
          </p:nvSpPr>
          <p:spPr>
            <a:xfrm>
              <a:off x="8082971" y="5123037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1" name="Legend4" hidden="1">
              <a:extLst>
                <a:ext uri="{FF2B5EF4-FFF2-40B4-BE49-F238E27FC236}">
                  <a16:creationId xmlns:a16="http://schemas.microsoft.com/office/drawing/2014/main" id="{B5C84202-C728-3560-7F5E-05014F243018}"/>
                </a:ext>
              </a:extLst>
            </p:cNvPr>
            <p:cNvSpPr txBox="1"/>
            <p:nvPr/>
          </p:nvSpPr>
          <p:spPr>
            <a:xfrm>
              <a:off x="8082971" y="5494458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2" name="Legend5" hidden="1">
              <a:extLst>
                <a:ext uri="{FF2B5EF4-FFF2-40B4-BE49-F238E27FC236}">
                  <a16:creationId xmlns:a16="http://schemas.microsoft.com/office/drawing/2014/main" id="{A059415A-CA0D-A7B0-A020-F52E7F4CAE22}"/>
                </a:ext>
              </a:extLst>
            </p:cNvPr>
            <p:cNvSpPr txBox="1"/>
            <p:nvPr/>
          </p:nvSpPr>
          <p:spPr>
            <a:xfrm>
              <a:off x="8082970" y="5865879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</p:grpSp>
      <p:grpSp>
        <p:nvGrpSpPr>
          <p:cNvPr id="103" name="LegendLines" hidden="1">
            <a:extLst>
              <a:ext uri="{FF2B5EF4-FFF2-40B4-BE49-F238E27FC236}">
                <a16:creationId xmlns:a16="http://schemas.microsoft.com/office/drawing/2014/main" id="{39CCA195-2DCC-710D-355F-163A908AAFEB}"/>
              </a:ext>
            </a:extLst>
          </p:cNvPr>
          <p:cNvGrpSpPr/>
          <p:nvPr userDrawn="1"/>
        </p:nvGrpSpPr>
        <p:grpSpPr>
          <a:xfrm>
            <a:off x="10020539" y="3222172"/>
            <a:ext cx="1349148" cy="958286"/>
            <a:chOff x="7495285" y="2235163"/>
            <a:chExt cx="1011861" cy="958287"/>
          </a:xfrm>
        </p:grpSpPr>
        <p:sp>
          <p:nvSpPr>
            <p:cNvPr id="104" name="Legend1" hidden="1">
              <a:extLst>
                <a:ext uri="{FF2B5EF4-FFF2-40B4-BE49-F238E27FC236}">
                  <a16:creationId xmlns:a16="http://schemas.microsoft.com/office/drawing/2014/main" id="{B122D9B8-872E-5DE7-BEB0-4B9C788CB764}"/>
                </a:ext>
              </a:extLst>
            </p:cNvPr>
            <p:cNvSpPr txBox="1"/>
            <p:nvPr/>
          </p:nvSpPr>
          <p:spPr>
            <a:xfrm>
              <a:off x="8111508" y="2235163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5" name="Legend2" hidden="1">
              <a:extLst>
                <a:ext uri="{FF2B5EF4-FFF2-40B4-BE49-F238E27FC236}">
                  <a16:creationId xmlns:a16="http://schemas.microsoft.com/office/drawing/2014/main" id="{35970763-95E3-D3D1-743D-CA2FB4659F7E}"/>
                </a:ext>
              </a:extLst>
            </p:cNvPr>
            <p:cNvSpPr txBox="1"/>
            <p:nvPr/>
          </p:nvSpPr>
          <p:spPr>
            <a:xfrm>
              <a:off x="8111508" y="2606583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6" name="Legend3" hidden="1">
              <a:extLst>
                <a:ext uri="{FF2B5EF4-FFF2-40B4-BE49-F238E27FC236}">
                  <a16:creationId xmlns:a16="http://schemas.microsoft.com/office/drawing/2014/main" id="{541DDB50-0CE0-4729-1197-AABE2756395E}"/>
                </a:ext>
              </a:extLst>
            </p:cNvPr>
            <p:cNvSpPr txBox="1"/>
            <p:nvPr/>
          </p:nvSpPr>
          <p:spPr>
            <a:xfrm>
              <a:off x="8111508" y="2978006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07" name="LineLegend3" hidden="1">
              <a:extLst>
                <a:ext uri="{FF2B5EF4-FFF2-40B4-BE49-F238E27FC236}">
                  <a16:creationId xmlns:a16="http://schemas.microsoft.com/office/drawing/2014/main" id="{0B5A898D-68B2-BD19-4279-24935E3D8BC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495285" y="3084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08" name="LineLegend2" hidden="1">
              <a:extLst>
                <a:ext uri="{FF2B5EF4-FFF2-40B4-BE49-F238E27FC236}">
                  <a16:creationId xmlns:a16="http://schemas.microsoft.com/office/drawing/2014/main" id="{50EE1187-4997-D2E0-740B-F92716B9227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495285" y="2710816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09" name="LineLegend1" hidden="1">
              <a:extLst>
                <a:ext uri="{FF2B5EF4-FFF2-40B4-BE49-F238E27FC236}">
                  <a16:creationId xmlns:a16="http://schemas.microsoft.com/office/drawing/2014/main" id="{40A39C2E-19C8-55CD-5344-41EA2C303AF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495285" y="234288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</p:grpSp>
      <p:grpSp>
        <p:nvGrpSpPr>
          <p:cNvPr id="110" name="LegendMoons" hidden="1">
            <a:extLst>
              <a:ext uri="{FF2B5EF4-FFF2-40B4-BE49-F238E27FC236}">
                <a16:creationId xmlns:a16="http://schemas.microsoft.com/office/drawing/2014/main" id="{BF6576A8-4328-4206-3DBC-8FA23DA7671B}"/>
              </a:ext>
            </a:extLst>
          </p:cNvPr>
          <p:cNvGrpSpPr/>
          <p:nvPr userDrawn="1"/>
        </p:nvGrpSpPr>
        <p:grpSpPr>
          <a:xfrm>
            <a:off x="10371990" y="1289275"/>
            <a:ext cx="997693" cy="1731859"/>
            <a:chOff x="7723680" y="1702457"/>
            <a:chExt cx="748270" cy="1731859"/>
          </a:xfrm>
        </p:grpSpPr>
        <p:sp>
          <p:nvSpPr>
            <p:cNvPr id="111" name="Legend1" hidden="1">
              <a:extLst>
                <a:ext uri="{FF2B5EF4-FFF2-40B4-BE49-F238E27FC236}">
                  <a16:creationId xmlns:a16="http://schemas.microsoft.com/office/drawing/2014/main" id="{BA08A538-D6AC-60D9-FAD8-D052EB348A99}"/>
                </a:ext>
              </a:extLst>
            </p:cNvPr>
            <p:cNvSpPr txBox="1"/>
            <p:nvPr/>
          </p:nvSpPr>
          <p:spPr>
            <a:xfrm>
              <a:off x="8076312" y="1709816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12" name="Legend2" hidden="1">
              <a:extLst>
                <a:ext uri="{FF2B5EF4-FFF2-40B4-BE49-F238E27FC236}">
                  <a16:creationId xmlns:a16="http://schemas.microsoft.com/office/drawing/2014/main" id="{596DFF0C-F061-9A0C-67BD-932C9F0162C1}"/>
                </a:ext>
              </a:extLst>
            </p:cNvPr>
            <p:cNvSpPr txBox="1"/>
            <p:nvPr/>
          </p:nvSpPr>
          <p:spPr>
            <a:xfrm>
              <a:off x="8076312" y="2085276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13" name="Legend3" hidden="1">
              <a:extLst>
                <a:ext uri="{FF2B5EF4-FFF2-40B4-BE49-F238E27FC236}">
                  <a16:creationId xmlns:a16="http://schemas.microsoft.com/office/drawing/2014/main" id="{BE2C071B-080A-E844-2519-089E4511D4E9}"/>
                </a:ext>
              </a:extLst>
            </p:cNvPr>
            <p:cNvSpPr txBox="1"/>
            <p:nvPr/>
          </p:nvSpPr>
          <p:spPr>
            <a:xfrm>
              <a:off x="8076312" y="2460736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14" name="Legend4" hidden="1">
              <a:extLst>
                <a:ext uri="{FF2B5EF4-FFF2-40B4-BE49-F238E27FC236}">
                  <a16:creationId xmlns:a16="http://schemas.microsoft.com/office/drawing/2014/main" id="{25E884C8-F3F3-7463-0EE6-4ED7C877F5DA}"/>
                </a:ext>
              </a:extLst>
            </p:cNvPr>
            <p:cNvSpPr txBox="1"/>
            <p:nvPr/>
          </p:nvSpPr>
          <p:spPr>
            <a:xfrm>
              <a:off x="8076312" y="2836193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sp>
          <p:nvSpPr>
            <p:cNvPr id="115" name="Legend5" hidden="1">
              <a:extLst>
                <a:ext uri="{FF2B5EF4-FFF2-40B4-BE49-F238E27FC236}">
                  <a16:creationId xmlns:a16="http://schemas.microsoft.com/office/drawing/2014/main" id="{DE05E0C5-D97D-C8C6-AF30-0E9575255723}"/>
                </a:ext>
              </a:extLst>
            </p:cNvPr>
            <p:cNvSpPr txBox="1"/>
            <p:nvPr/>
          </p:nvSpPr>
          <p:spPr>
            <a:xfrm>
              <a:off x="8076312" y="3211656"/>
              <a:ext cx="39563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Legend</a:t>
              </a:r>
            </a:p>
          </p:txBody>
        </p:sp>
        <p:grpSp>
          <p:nvGrpSpPr>
            <p:cNvPr id="116" name="MoonLegend1" hidden="1">
              <a:extLst>
                <a:ext uri="{FF2B5EF4-FFF2-40B4-BE49-F238E27FC236}">
                  <a16:creationId xmlns:a16="http://schemas.microsoft.com/office/drawing/2014/main" id="{668F1DD3-7F0B-F7F2-372A-70BA56EEBA49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28" hidden="1">
                <a:extLst>
                  <a:ext uri="{FF2B5EF4-FFF2-40B4-BE49-F238E27FC236}">
                    <a16:creationId xmlns:a16="http://schemas.microsoft.com/office/drawing/2014/main" id="{3FBB2B79-E989-7394-1819-EEA81B84C0C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30" name="Arc 129" hidden="1">
                <a:extLst>
                  <a:ext uri="{FF2B5EF4-FFF2-40B4-BE49-F238E27FC236}">
                    <a16:creationId xmlns:a16="http://schemas.microsoft.com/office/drawing/2014/main" id="{689EB3AE-F5C8-AC45-ED3F-E1BA2EA4D803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17" name="MoonLegend2" hidden="1">
              <a:extLst>
                <a:ext uri="{FF2B5EF4-FFF2-40B4-BE49-F238E27FC236}">
                  <a16:creationId xmlns:a16="http://schemas.microsoft.com/office/drawing/2014/main" id="{22CF736A-3B06-87E7-C899-E6EFAE55A4AE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26" hidden="1">
                <a:extLst>
                  <a:ext uri="{FF2B5EF4-FFF2-40B4-BE49-F238E27FC236}">
                    <a16:creationId xmlns:a16="http://schemas.microsoft.com/office/drawing/2014/main" id="{4DAE3EEC-BD6B-EC89-ED5D-B4B389998AF9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8" name="Arc 127" hidden="1">
                <a:extLst>
                  <a:ext uri="{FF2B5EF4-FFF2-40B4-BE49-F238E27FC236}">
                    <a16:creationId xmlns:a16="http://schemas.microsoft.com/office/drawing/2014/main" id="{71638E6B-FF77-91A8-B692-9A115EB49A2E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18" name="MoonLegend3" hidden="1">
              <a:extLst>
                <a:ext uri="{FF2B5EF4-FFF2-40B4-BE49-F238E27FC236}">
                  <a16:creationId xmlns:a16="http://schemas.microsoft.com/office/drawing/2014/main" id="{6ED58922-D215-E691-3164-90E27EBB74AC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24" hidden="1">
                <a:extLst>
                  <a:ext uri="{FF2B5EF4-FFF2-40B4-BE49-F238E27FC236}">
                    <a16:creationId xmlns:a16="http://schemas.microsoft.com/office/drawing/2014/main" id="{640F8369-2D4C-61A5-9FA1-77A967269A3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6" name="Arc 125" hidden="1">
                <a:extLst>
                  <a:ext uri="{FF2B5EF4-FFF2-40B4-BE49-F238E27FC236}">
                    <a16:creationId xmlns:a16="http://schemas.microsoft.com/office/drawing/2014/main" id="{BA85F7D0-4DA5-261F-089D-6357807BA2E8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19" name="MoonLegend4" hidden="1">
              <a:extLst>
                <a:ext uri="{FF2B5EF4-FFF2-40B4-BE49-F238E27FC236}">
                  <a16:creationId xmlns:a16="http://schemas.microsoft.com/office/drawing/2014/main" id="{CC7B69BF-0FD4-BF1A-B873-1017A02C056A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22" hidden="1">
                <a:extLst>
                  <a:ext uri="{FF2B5EF4-FFF2-40B4-BE49-F238E27FC236}">
                    <a16:creationId xmlns:a16="http://schemas.microsoft.com/office/drawing/2014/main" id="{2D582FA5-AEC4-E5F1-0909-630B85475962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4" name="Arc 123" hidden="1">
                <a:extLst>
                  <a:ext uri="{FF2B5EF4-FFF2-40B4-BE49-F238E27FC236}">
                    <a16:creationId xmlns:a16="http://schemas.microsoft.com/office/drawing/2014/main" id="{98B4030C-901F-C268-41F1-0AA6BDF0F334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20" name="MoonLegend5" hidden="1">
              <a:extLst>
                <a:ext uri="{FF2B5EF4-FFF2-40B4-BE49-F238E27FC236}">
                  <a16:creationId xmlns:a16="http://schemas.microsoft.com/office/drawing/2014/main" id="{1A987587-BA60-2664-0A9E-B56D218D9816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20" hidden="1">
                <a:extLst>
                  <a:ext uri="{FF2B5EF4-FFF2-40B4-BE49-F238E27FC236}">
                    <a16:creationId xmlns:a16="http://schemas.microsoft.com/office/drawing/2014/main" id="{3AC24D98-E4CA-985C-748C-4556D4296CC2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2" name="Arc 121" hidden="1">
                <a:extLst>
                  <a:ext uri="{FF2B5EF4-FFF2-40B4-BE49-F238E27FC236}">
                    <a16:creationId xmlns:a16="http://schemas.microsoft.com/office/drawing/2014/main" id="{42E8A992-7D44-FA94-73B3-40187006B619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673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76194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84" indent="-190484" algn="l" defTabSz="76194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54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24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393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36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33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30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27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240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1">
          <p15:clr>
            <a:srgbClr val="F26B43"/>
          </p15:clr>
        </p15:guide>
        <p15:guide id="3" orient="horz" pos="276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48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256992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13" imgH="416" progId="TCLayout.ActiveDocument.1">
                  <p:embed/>
                </p:oleObj>
              </mc:Choice>
              <mc:Fallback>
                <p:oleObj name="think-cell Slide" r:id="rId4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9" name="Grid" hidden="1">
            <a:extLst>
              <a:ext uri="{FF2B5EF4-FFF2-40B4-BE49-F238E27FC236}">
                <a16:creationId xmlns:a16="http://schemas.microsoft.com/office/drawing/2014/main" id="{6A5C883C-3A3F-4987-A698-6D8B3DC22003}"/>
              </a:ext>
            </a:extLst>
          </p:cNvPr>
          <p:cNvGrpSpPr/>
          <p:nvPr userDrawn="1">
            <p:custDataLst>
              <p:tags r:id="rId25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50" name="slide margin">
              <a:extLst>
                <a:ext uri="{FF2B5EF4-FFF2-40B4-BE49-F238E27FC236}">
                  <a16:creationId xmlns:a16="http://schemas.microsoft.com/office/drawing/2014/main" id="{0CA77F61-DEB6-4D27-9B1C-CD616F6D208D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16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BBFA61C-62F2-4339-9BB9-78D0BAF1E51D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11C97F5D-ED85-457C-A29D-4891E9B87C8E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CC2F648-AB07-4EAE-8D75-86F61795D10E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F1598A0-5586-4B9C-91D5-543185315A41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9848EB2-CA32-4FDD-A3F1-64899B9F98EE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47CB6D6-C27D-4A22-8F48-52E944089E70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D1B15C9-55BD-43BE-9BD8-99CABC538C0A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7FFD1FB-7805-44F6-BEBC-D86B610DD2EF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D216449-9151-41FE-9CD8-1FB4812F96D0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71279E3-CB09-44C1-A1FC-E50B9213144F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C149C1F-F22C-47D3-B9B1-4AFCB8DAE28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DBDBE86-7F37-4DE8-8E42-7B3E4AD760EB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F2DA733-5659-4ADC-9060-883DA27DACA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F58A64B-F251-4BFE-A2B3-25F8E9B5AF93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89E4C9D-FEE5-4BD3-A5DB-BCC490682909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4985486-DDD7-4A1C-9152-762982394F14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416F419-0C0C-43C2-93E7-3340DB04C013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A28378E-FD34-418E-8FB5-0938071A542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019BF34-E9A5-45F6-B1F5-FFF625BD7D2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E6BA0781-B919-429B-BE1C-9745FE2D17B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A24DDE1-5306-48B4-AB13-DC75518A4CF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7E53A9C3-3E79-4216-8802-9B50C9B4578E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3135CF-393D-46FF-8C61-E58310517786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4D36D23-D613-4080-B8D7-EB5B62675B2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86B37AF5-99C9-48D8-AC24-5E7AC31315C0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E1F8702-6ECE-4358-AF39-52F9915F7E4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6449A6B-50C9-4784-88F5-B04780D00AF0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AF5554C-056E-48E1-BDE0-A3C72B8C3FBE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967E960-EC9F-444E-9B0C-C056E9B6706A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42BF293C-1815-461D-8441-8E8191B5F0F0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388A317-D4AD-406A-9C45-C4A34D8FD8AA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2154B8E-CCD5-40EC-96A0-647151534430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96665C4-4181-4D9A-AB65-87A428813952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ADF68B3-194D-4B47-A8E5-E64106504B33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57F6322-33E3-403A-97CE-F946BBACA845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FFFA961-7034-4DCC-BECF-3886F2640EBF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9318866-A40D-48F8-9434-64441AC1F96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7724BE1C-E4DF-400E-86D0-2E4A64789396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2CE042F6-838D-45AE-AFE4-3B5606EEB37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04AB7C3B-FC36-45D1-9CB2-C6BFFDC85A8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8992F16F-87D5-443B-995B-EE728F33FFBA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9FA487BF-12FA-48E4-A0EC-06D99B8C92A1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964AAAEA-77A7-489A-9D6E-008E7F54C57B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2769843-44EA-420F-83A8-8F11EC1DBC33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CBD4C35B-DC64-49BE-8667-C7DD8F24478B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3921FCE-81A3-4751-9257-247B8F0F04F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4F7BC2BA-3436-472C-9772-48B7D49A4E9D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1E72399A-9372-409B-BB0A-E634E39CE40D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4858BF0D-ECBC-4166-ACEF-30C257261979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204488D3-FF89-4D11-B73C-9B6E571B3CA3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D6282174-31D6-4CBE-A91E-319487C818F6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51ADD675-FBE4-4751-84D2-FF53DC3C9771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D66532FA-473D-432A-8894-C2C6477B60E4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ADBC460-E1C3-490C-9B29-E381D632B48B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A0C10-7CD1-456C-9D96-08999AF06EE0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86632368-4B51-447D-B62F-16ADCB9C7064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50A7E57-D2DD-4225-AA0B-3157113D0216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403DC0D3-2A7F-4A3F-A27A-386A1B3E9B5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88F7D5F-5206-4158-99F9-96588F8C2F51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821E5DE1-030A-4F74-AFAE-70939CF6EFD5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BE6A1BB-F55B-40C6-B83C-049924FF6CCF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77DAED0C-E762-4916-A202-5B48860C6E48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4C708F63-6D55-4BBD-9136-6F9421114452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896DBAA5-1451-4814-8BCB-02314653D771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E783E1E7-AFEE-4F5C-8601-6C61C17A78A8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31810281-92DA-4F82-B44A-C590E156D2DA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76485527-D4C6-4D53-ABF7-75DAD0EC30D2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52DE598-44E7-49C1-AE24-1ECD1C629AF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48BAAA87-CE9E-49AD-9431-7B237A00B002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57681286-4BD0-4B7C-AF49-E7D11FC1223E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579B12F-7A10-4570-9AEE-672FC790FC89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C6ABD01F-85FE-48D3-B903-FAC19B8739B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7E25238A-6D64-4EDD-A34C-B6F43CE6144E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717782D1-2D13-4259-9D81-D51939B69C92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99E7CAB8-94A6-4588-B73E-469C1A4A6FAE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22EA3AF1-935D-4549-B07D-64123BF562BA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95045E09-B959-4EE5-9766-0DB63D2B4337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B470930C-2E4F-4023-8E94-72CCD87969AF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CAC7196E-6FC5-4260-8101-29A80F0B2C2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C929D48-81EA-4C80-8AF0-1E768598C562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2875DB7B-ED8F-4754-ACD3-7AEE3BB6A3A2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main body box">
              <a:extLst>
                <a:ext uri="{FF2B5EF4-FFF2-40B4-BE49-F238E27FC236}">
                  <a16:creationId xmlns:a16="http://schemas.microsoft.com/office/drawing/2014/main" id="{328A2181-45E3-4128-A767-B8C2C5F22BF5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CB17AA3-7F05-4E33-BE49-A7A1BC6936CA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9D0633C9-5BF2-441F-B47E-CFCF370B7F5E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3972" y="62784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5987739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/>
              <a:t>Above Chart Exhibit Title</a:t>
            </a:r>
          </a:p>
          <a:p>
            <a:pPr lvl="0"/>
            <a:r>
              <a:rPr lang="en-US" sz="1400" b="0"/>
              <a:t>Unit of Measure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1260290"/>
            <a:ext cx="34464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sz="800"/>
              <a:t>STICKER</a:t>
            </a:r>
          </a:p>
        </p:txBody>
      </p:sp>
      <p:grpSp>
        <p:nvGrpSpPr>
          <p:cNvPr id="135" name="LegendLines" hidden="1">
            <a:extLst>
              <a:ext uri="{FF2B5EF4-FFF2-40B4-BE49-F238E27FC236}">
                <a16:creationId xmlns:a16="http://schemas.microsoft.com/office/drawing/2014/main" id="{217AA3CB-E77D-4118-AEE3-F534B2571CEF}"/>
              </a:ext>
            </a:extLst>
          </p:cNvPr>
          <p:cNvGrpSpPr/>
          <p:nvPr userDrawn="1"/>
        </p:nvGrpSpPr>
        <p:grpSpPr>
          <a:xfrm>
            <a:off x="10317306" y="3355020"/>
            <a:ext cx="1251160" cy="958286"/>
            <a:chOff x="10162879" y="3243772"/>
            <a:chExt cx="1251160" cy="958287"/>
          </a:xfrm>
        </p:grpSpPr>
        <p:sp>
          <p:nvSpPr>
            <p:cNvPr id="136" name="Legend1" hidden="1">
              <a:extLst>
                <a:ext uri="{FF2B5EF4-FFF2-40B4-BE49-F238E27FC236}">
                  <a16:creationId xmlns:a16="http://schemas.microsoft.com/office/drawing/2014/main" id="{14F96228-9958-49CE-A6F4-8E3913E430FF}"/>
                </a:ext>
              </a:extLst>
            </p:cNvPr>
            <p:cNvSpPr txBox="1"/>
            <p:nvPr/>
          </p:nvSpPr>
          <p:spPr>
            <a:xfrm>
              <a:off x="10886522" y="324377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7" name="Legend2" hidden="1">
              <a:extLst>
                <a:ext uri="{FF2B5EF4-FFF2-40B4-BE49-F238E27FC236}">
                  <a16:creationId xmlns:a16="http://schemas.microsoft.com/office/drawing/2014/main" id="{A3B6AFA0-C62F-43CA-97CA-360255765332}"/>
                </a:ext>
              </a:extLst>
            </p:cNvPr>
            <p:cNvSpPr txBox="1"/>
            <p:nvPr/>
          </p:nvSpPr>
          <p:spPr>
            <a:xfrm>
              <a:off x="10886522" y="361519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8" name="Legend3" hidden="1">
              <a:extLst>
                <a:ext uri="{FF2B5EF4-FFF2-40B4-BE49-F238E27FC236}">
                  <a16:creationId xmlns:a16="http://schemas.microsoft.com/office/drawing/2014/main" id="{B3F8B4CF-D7E1-40CC-866F-B33E25C2D6C2}"/>
                </a:ext>
              </a:extLst>
            </p:cNvPr>
            <p:cNvSpPr txBox="1"/>
            <p:nvPr/>
          </p:nvSpPr>
          <p:spPr>
            <a:xfrm>
              <a:off x="10886522" y="3986615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9" name="LineLegend3" hidden="1">
              <a:extLst>
                <a:ext uri="{FF2B5EF4-FFF2-40B4-BE49-F238E27FC236}">
                  <a16:creationId xmlns:a16="http://schemas.microsoft.com/office/drawing/2014/main" id="{70A60D8F-6E13-4B11-BD15-23BCA93B156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40" name="LineLegend2" hidden="1">
              <a:extLst>
                <a:ext uri="{FF2B5EF4-FFF2-40B4-BE49-F238E27FC236}">
                  <a16:creationId xmlns:a16="http://schemas.microsoft.com/office/drawing/2014/main" id="{2420F295-B224-4103-AB36-454DD9C8CB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41" name="LineLegend1" hidden="1">
              <a:extLst>
                <a:ext uri="{FF2B5EF4-FFF2-40B4-BE49-F238E27FC236}">
                  <a16:creationId xmlns:a16="http://schemas.microsoft.com/office/drawing/2014/main" id="{42C4D8E0-C2DE-430C-81FA-BFC442723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42" name="LegendMoons" hidden="1">
            <a:extLst>
              <a:ext uri="{FF2B5EF4-FFF2-40B4-BE49-F238E27FC236}">
                <a16:creationId xmlns:a16="http://schemas.microsoft.com/office/drawing/2014/main" id="{E52B3E69-5A24-480E-A37A-B60A6A5B76CB}"/>
              </a:ext>
            </a:extLst>
          </p:cNvPr>
          <p:cNvGrpSpPr/>
          <p:nvPr userDrawn="1"/>
        </p:nvGrpSpPr>
        <p:grpSpPr>
          <a:xfrm>
            <a:off x="10688317" y="1415984"/>
            <a:ext cx="880149" cy="1731859"/>
            <a:chOff x="7723680" y="1702457"/>
            <a:chExt cx="880149" cy="1731859"/>
          </a:xfrm>
        </p:grpSpPr>
        <p:sp>
          <p:nvSpPr>
            <p:cNvPr id="143" name="Legend1" hidden="1">
              <a:extLst>
                <a:ext uri="{FF2B5EF4-FFF2-40B4-BE49-F238E27FC236}">
                  <a16:creationId xmlns:a16="http://schemas.microsoft.com/office/drawing/2014/main" id="{F35833B6-84F8-4A56-A69B-49A8BB90B01C}"/>
                </a:ext>
              </a:extLst>
            </p:cNvPr>
            <p:cNvSpPr txBox="1"/>
            <p:nvPr/>
          </p:nvSpPr>
          <p:spPr>
            <a:xfrm>
              <a:off x="8076312" y="1709816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4" name="Legend2" hidden="1">
              <a:extLst>
                <a:ext uri="{FF2B5EF4-FFF2-40B4-BE49-F238E27FC236}">
                  <a16:creationId xmlns:a16="http://schemas.microsoft.com/office/drawing/2014/main" id="{705C2F45-9C44-457B-9C26-35707807DAB5}"/>
                </a:ext>
              </a:extLst>
            </p:cNvPr>
            <p:cNvSpPr txBox="1"/>
            <p:nvPr/>
          </p:nvSpPr>
          <p:spPr>
            <a:xfrm>
              <a:off x="8076312" y="2085276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5" name="Legend3" hidden="1">
              <a:extLst>
                <a:ext uri="{FF2B5EF4-FFF2-40B4-BE49-F238E27FC236}">
                  <a16:creationId xmlns:a16="http://schemas.microsoft.com/office/drawing/2014/main" id="{4FEC1C19-F5B9-4B0C-8498-C26B5F9EB0EE}"/>
                </a:ext>
              </a:extLst>
            </p:cNvPr>
            <p:cNvSpPr txBox="1"/>
            <p:nvPr/>
          </p:nvSpPr>
          <p:spPr>
            <a:xfrm>
              <a:off x="8076312" y="2460736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6" name="Legend4" hidden="1">
              <a:extLst>
                <a:ext uri="{FF2B5EF4-FFF2-40B4-BE49-F238E27FC236}">
                  <a16:creationId xmlns:a16="http://schemas.microsoft.com/office/drawing/2014/main" id="{A52E88E1-D469-4430-A3FF-4C2EB7127D32}"/>
                </a:ext>
              </a:extLst>
            </p:cNvPr>
            <p:cNvSpPr txBox="1"/>
            <p:nvPr/>
          </p:nvSpPr>
          <p:spPr>
            <a:xfrm>
              <a:off x="8076312" y="2836193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7" name="Legend5" hidden="1">
              <a:extLst>
                <a:ext uri="{FF2B5EF4-FFF2-40B4-BE49-F238E27FC236}">
                  <a16:creationId xmlns:a16="http://schemas.microsoft.com/office/drawing/2014/main" id="{A3245FFB-9248-4E43-8A33-7278ED56C98A}"/>
                </a:ext>
              </a:extLst>
            </p:cNvPr>
            <p:cNvSpPr txBox="1"/>
            <p:nvPr/>
          </p:nvSpPr>
          <p:spPr>
            <a:xfrm>
              <a:off x="8076312" y="3211656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74" name="MoonLegend1" hidden="1">
              <a:extLst>
                <a:ext uri="{FF2B5EF4-FFF2-40B4-BE49-F238E27FC236}">
                  <a16:creationId xmlns:a16="http://schemas.microsoft.com/office/drawing/2014/main" id="{4DB57A17-952C-4A3B-95C1-70AE831A04D3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88" name="Oval 287" hidden="1">
                <a:extLst>
                  <a:ext uri="{FF2B5EF4-FFF2-40B4-BE49-F238E27FC236}">
                    <a16:creationId xmlns:a16="http://schemas.microsoft.com/office/drawing/2014/main" id="{4C9CFF0F-C3EC-4841-A741-52EB2ABEE3A5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Arc 288" hidden="1">
                <a:extLst>
                  <a:ext uri="{FF2B5EF4-FFF2-40B4-BE49-F238E27FC236}">
                    <a16:creationId xmlns:a16="http://schemas.microsoft.com/office/drawing/2014/main" id="{8F256639-669B-404A-83F4-DCCA30F49AC5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6" name="MoonLegend2" hidden="1">
              <a:extLst>
                <a:ext uri="{FF2B5EF4-FFF2-40B4-BE49-F238E27FC236}">
                  <a16:creationId xmlns:a16="http://schemas.microsoft.com/office/drawing/2014/main" id="{8E93F2F2-1569-40F4-911D-FC137164AEE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86" name="Oval 285" hidden="1">
                <a:extLst>
                  <a:ext uri="{FF2B5EF4-FFF2-40B4-BE49-F238E27FC236}">
                    <a16:creationId xmlns:a16="http://schemas.microsoft.com/office/drawing/2014/main" id="{539377A9-B710-47C1-8678-DD3AB36EC581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Arc 286" hidden="1">
                <a:extLst>
                  <a:ext uri="{FF2B5EF4-FFF2-40B4-BE49-F238E27FC236}">
                    <a16:creationId xmlns:a16="http://schemas.microsoft.com/office/drawing/2014/main" id="{37FF6538-19AC-4CDF-AABF-B2C87915C6B4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7" name="MoonLegend3" hidden="1">
              <a:extLst>
                <a:ext uri="{FF2B5EF4-FFF2-40B4-BE49-F238E27FC236}">
                  <a16:creationId xmlns:a16="http://schemas.microsoft.com/office/drawing/2014/main" id="{05241136-E482-4965-96B1-1153B10A305D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84" name="Oval 283" hidden="1">
                <a:extLst>
                  <a:ext uri="{FF2B5EF4-FFF2-40B4-BE49-F238E27FC236}">
                    <a16:creationId xmlns:a16="http://schemas.microsoft.com/office/drawing/2014/main" id="{E87E8768-E968-4023-A322-E8182D74440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Arc 284" hidden="1">
                <a:extLst>
                  <a:ext uri="{FF2B5EF4-FFF2-40B4-BE49-F238E27FC236}">
                    <a16:creationId xmlns:a16="http://schemas.microsoft.com/office/drawing/2014/main" id="{398A59F2-2EE4-4D9A-B6F2-670D139A0DC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8" name="MoonLegend4" hidden="1">
              <a:extLst>
                <a:ext uri="{FF2B5EF4-FFF2-40B4-BE49-F238E27FC236}">
                  <a16:creationId xmlns:a16="http://schemas.microsoft.com/office/drawing/2014/main" id="{6D8310AD-5B7E-47B4-881D-51DBE3A26593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2" name="Oval 281" hidden="1">
                <a:extLst>
                  <a:ext uri="{FF2B5EF4-FFF2-40B4-BE49-F238E27FC236}">
                    <a16:creationId xmlns:a16="http://schemas.microsoft.com/office/drawing/2014/main" id="{333A9C83-A13A-4782-AFEE-FC3CEE02263B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Arc 282" hidden="1">
                <a:extLst>
                  <a:ext uri="{FF2B5EF4-FFF2-40B4-BE49-F238E27FC236}">
                    <a16:creationId xmlns:a16="http://schemas.microsoft.com/office/drawing/2014/main" id="{3F343D59-32E5-4CA7-85EB-1042EDBD43C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9" name="MoonLegend5" hidden="1">
              <a:extLst>
                <a:ext uri="{FF2B5EF4-FFF2-40B4-BE49-F238E27FC236}">
                  <a16:creationId xmlns:a16="http://schemas.microsoft.com/office/drawing/2014/main" id="{B0258726-491A-4FA3-BDC2-8D6EF3DDC768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80" name="Oval 279" hidden="1">
                <a:extLst>
                  <a:ext uri="{FF2B5EF4-FFF2-40B4-BE49-F238E27FC236}">
                    <a16:creationId xmlns:a16="http://schemas.microsoft.com/office/drawing/2014/main" id="{93D660B3-3A73-47CE-B2A6-767956BA85E8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1" name="Arc 280" hidden="1">
                <a:extLst>
                  <a:ext uri="{FF2B5EF4-FFF2-40B4-BE49-F238E27FC236}">
                    <a16:creationId xmlns:a16="http://schemas.microsoft.com/office/drawing/2014/main" id="{8DDBBBAD-BB29-46A9-B9D8-BEF39D5BD6D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90" name="LegendBoxes" hidden="1">
            <a:extLst>
              <a:ext uri="{FF2B5EF4-FFF2-40B4-BE49-F238E27FC236}">
                <a16:creationId xmlns:a16="http://schemas.microsoft.com/office/drawing/2014/main" id="{23BEE6D9-B4A2-47CC-BE6D-66B18BEB55AF}"/>
              </a:ext>
            </a:extLst>
          </p:cNvPr>
          <p:cNvGrpSpPr/>
          <p:nvPr userDrawn="1"/>
        </p:nvGrpSpPr>
        <p:grpSpPr>
          <a:xfrm>
            <a:off x="10714803" y="4520488"/>
            <a:ext cx="853663" cy="1717281"/>
            <a:chOff x="10652400" y="4322824"/>
            <a:chExt cx="853663" cy="1717282"/>
          </a:xfrm>
        </p:grpSpPr>
        <p:sp>
          <p:nvSpPr>
            <p:cNvPr id="291" name="RectangleLegend1" hidden="1">
              <a:extLst>
                <a:ext uri="{FF2B5EF4-FFF2-40B4-BE49-F238E27FC236}">
                  <a16:creationId xmlns:a16="http://schemas.microsoft.com/office/drawing/2014/main" id="{1B3D21AF-69B7-438E-986D-559B71948253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2" name="RectangleLegend2" hidden="1">
              <a:extLst>
                <a:ext uri="{FF2B5EF4-FFF2-40B4-BE49-F238E27FC236}">
                  <a16:creationId xmlns:a16="http://schemas.microsoft.com/office/drawing/2014/main" id="{5379F55F-DC18-47A6-8C31-7ECB00DF02FD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3" name="RectangleLegend3" hidden="1">
              <a:extLst>
                <a:ext uri="{FF2B5EF4-FFF2-40B4-BE49-F238E27FC236}">
                  <a16:creationId xmlns:a16="http://schemas.microsoft.com/office/drawing/2014/main" id="{339A116E-466C-489B-9C2B-BD28BF1E486E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4" name="RectangleLegend4" hidden="1">
              <a:extLst>
                <a:ext uri="{FF2B5EF4-FFF2-40B4-BE49-F238E27FC236}">
                  <a16:creationId xmlns:a16="http://schemas.microsoft.com/office/drawing/2014/main" id="{C5002B56-E6B0-478A-859D-8BAF55E6EF77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5" name="RectangleLegend5" hidden="1">
              <a:extLst>
                <a:ext uri="{FF2B5EF4-FFF2-40B4-BE49-F238E27FC236}">
                  <a16:creationId xmlns:a16="http://schemas.microsoft.com/office/drawing/2014/main" id="{BF4625BB-47B0-499F-A525-F864399E90E2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6" name="Legend1" hidden="1">
              <a:extLst>
                <a:ext uri="{FF2B5EF4-FFF2-40B4-BE49-F238E27FC236}">
                  <a16:creationId xmlns:a16="http://schemas.microsoft.com/office/drawing/2014/main" id="{B1EFF47A-C32E-480F-BC51-B14A6DC13E58}"/>
                </a:ext>
              </a:extLst>
            </p:cNvPr>
            <p:cNvSpPr txBox="1"/>
            <p:nvPr/>
          </p:nvSpPr>
          <p:spPr>
            <a:xfrm>
              <a:off x="10978546" y="4322824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7" name="Legend2" hidden="1">
              <a:extLst>
                <a:ext uri="{FF2B5EF4-FFF2-40B4-BE49-F238E27FC236}">
                  <a16:creationId xmlns:a16="http://schemas.microsoft.com/office/drawing/2014/main" id="{460EFE4C-5717-42C4-A37C-8A6789F08BC4}"/>
                </a:ext>
              </a:extLst>
            </p:cNvPr>
            <p:cNvSpPr txBox="1"/>
            <p:nvPr/>
          </p:nvSpPr>
          <p:spPr>
            <a:xfrm>
              <a:off x="10978546" y="470232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8" name="Legend3" hidden="1">
              <a:extLst>
                <a:ext uri="{FF2B5EF4-FFF2-40B4-BE49-F238E27FC236}">
                  <a16:creationId xmlns:a16="http://schemas.microsoft.com/office/drawing/2014/main" id="{06D58CF4-0E1A-4A9B-9BCC-3CF7B47DBF05}"/>
                </a:ext>
              </a:extLst>
            </p:cNvPr>
            <p:cNvSpPr txBox="1"/>
            <p:nvPr/>
          </p:nvSpPr>
          <p:spPr>
            <a:xfrm>
              <a:off x="10978546" y="5081820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9" name="Legend4" hidden="1">
              <a:extLst>
                <a:ext uri="{FF2B5EF4-FFF2-40B4-BE49-F238E27FC236}">
                  <a16:creationId xmlns:a16="http://schemas.microsoft.com/office/drawing/2014/main" id="{10A7F782-F585-4E3F-AA01-3DCB1F9271AC}"/>
                </a:ext>
              </a:extLst>
            </p:cNvPr>
            <p:cNvSpPr txBox="1"/>
            <p:nvPr/>
          </p:nvSpPr>
          <p:spPr>
            <a:xfrm>
              <a:off x="10978546" y="5453241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300" name="Legend5" hidden="1">
              <a:extLst>
                <a:ext uri="{FF2B5EF4-FFF2-40B4-BE49-F238E27FC236}">
                  <a16:creationId xmlns:a16="http://schemas.microsoft.com/office/drawing/2014/main" id="{90841E89-023A-47B4-A1A4-1C1669F239C7}"/>
                </a:ext>
              </a:extLst>
            </p:cNvPr>
            <p:cNvSpPr txBox="1"/>
            <p:nvPr/>
          </p:nvSpPr>
          <p:spPr>
            <a:xfrm>
              <a:off x="10978545" y="582466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950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</p:sldLayoutIdLst>
  <p:hf hdr="0" ft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lang="en-US" sz="2500" b="0" kern="1200" cap="all" spc="0" baseline="0" dirty="0">
          <a:ln w="6350" cap="flat">
            <a:noFill/>
            <a:miter lim="800000"/>
          </a:ln>
          <a:solidFill>
            <a:srgbClr val="837655"/>
          </a:solidFill>
          <a:latin typeface="+mj-lt"/>
          <a:ea typeface="+mj-ea"/>
          <a:cs typeface="+mj-cs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591" indent="-228591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894" indent="-21030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36" indent="-15544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783" indent="-146298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5AC607F-005D-DC1A-4A36-896BBE0792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03412415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72" imgH="588" progId="TCLayout.ActiveDocument.1">
                  <p:embed/>
                </p:oleObj>
              </mc:Choice>
              <mc:Fallback>
                <p:oleObj name="think-cell Slide" r:id="rId5" imgW="572" imgH="588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75AC607F-005D-DC1A-4A36-896BBE079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669FDAA9-F4F5-E619-5C14-943227A555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24513" y="63500"/>
            <a:ext cx="9716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| مقيد</a:t>
            </a:r>
          </a:p>
        </p:txBody>
      </p:sp>
    </p:spTree>
    <p:extLst>
      <p:ext uri="{BB962C8B-B14F-4D97-AF65-F5344CB8AC3E}">
        <p14:creationId xmlns:p14="http://schemas.microsoft.com/office/powerpoint/2010/main" val="116120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l" defTabSz="76194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84" indent="-190484" algn="l" defTabSz="76194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54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24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393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36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33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30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272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240" indent="-190484" algn="l" defTabSz="76194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1">
          <p15:clr>
            <a:srgbClr val="F26B43"/>
          </p15:clr>
        </p15:guide>
        <p15:guide id="3" orient="horz" pos="276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B55DD-5D80-78FD-AB9F-24328C3D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9A2D-3D6F-D3EA-230E-13092E7F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Breakdown of human outcomes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A2DA08-AC33-F9F3-5815-006CF8F44B52}"/>
              </a:ext>
            </a:extLst>
          </p:cNvPr>
          <p:cNvGrpSpPr/>
          <p:nvPr/>
        </p:nvGrpSpPr>
        <p:grpSpPr>
          <a:xfrm>
            <a:off x="314590" y="1237180"/>
            <a:ext cx="11496410" cy="1160691"/>
            <a:chOff x="278369" y="2427108"/>
            <a:chExt cx="11496410" cy="11606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34C3C51-F599-F93E-E831-FDA6A49531E0}"/>
                </a:ext>
              </a:extLst>
            </p:cNvPr>
            <p:cNvSpPr/>
            <p:nvPr/>
          </p:nvSpPr>
          <p:spPr>
            <a:xfrm>
              <a:off x="278369" y="2427108"/>
              <a:ext cx="148020" cy="113986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588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Human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588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Outcomes</a:t>
              </a:r>
              <a:r>
                <a:rPr kumimoji="0" lang="en-US" sz="1000" b="1" i="0" u="none" strike="noStrike" kern="1200" cap="none" spc="0" normalizeH="0" baseline="30000" noProof="0">
                  <a:ln>
                    <a:noFill/>
                  </a:ln>
                  <a:solidFill>
                    <a:srgbClr val="22588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258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D7125FA-3051-9C07-6288-C1FDD5A80FA9}"/>
                </a:ext>
              </a:extLst>
            </p:cNvPr>
            <p:cNvGrpSpPr/>
            <p:nvPr/>
          </p:nvGrpSpPr>
          <p:grpSpPr>
            <a:xfrm>
              <a:off x="499993" y="2575673"/>
              <a:ext cx="217823" cy="927674"/>
              <a:chOff x="2412022" y="2798986"/>
              <a:chExt cx="298640" cy="223831"/>
            </a:xfrm>
          </p:grpSpPr>
          <p:sp>
            <p:nvSpPr>
              <p:cNvPr id="14" name="Left Bracket 13">
                <a:extLst>
                  <a:ext uri="{FF2B5EF4-FFF2-40B4-BE49-F238E27FC236}">
                    <a16:creationId xmlns:a16="http://schemas.microsoft.com/office/drawing/2014/main" id="{0F8ADA2D-604D-81A3-3698-3A45CB579BE0}"/>
                  </a:ext>
                </a:extLst>
              </p:cNvPr>
              <p:cNvSpPr/>
              <p:nvPr/>
            </p:nvSpPr>
            <p:spPr>
              <a:xfrm>
                <a:off x="2616086" y="2798986"/>
                <a:ext cx="94576" cy="223831"/>
              </a:xfrm>
              <a:prstGeom prst="leftBracket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F3AE1B6-F5F6-60D7-12C3-59EBB3EA2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2022" y="2901390"/>
                <a:ext cx="185320" cy="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A39FF6-32F5-8400-1790-5358A1C30201}"/>
                </a:ext>
              </a:extLst>
            </p:cNvPr>
            <p:cNvSpPr/>
            <p:nvPr/>
          </p:nvSpPr>
          <p:spPr>
            <a:xfrm>
              <a:off x="8155746" y="2575673"/>
              <a:ext cx="3600000" cy="9036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Competencies &amp; Future Skills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34A2B1-5B62-700C-8F00-1F1E9A1C1F04}"/>
                </a:ext>
              </a:extLst>
            </p:cNvPr>
            <p:cNvSpPr txBox="1"/>
            <p:nvPr/>
          </p:nvSpPr>
          <p:spPr>
            <a:xfrm>
              <a:off x="8211406" y="2791510"/>
              <a:ext cx="3563373" cy="517442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numCol="2" rtlCol="0">
              <a:no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Critical thinking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Creativity &amp; imagination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Adaptability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Digital &amp; AI fluency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Entrepreneurship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Collaborative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Communication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EF52E6-C935-809F-B752-5B834D0E9EAC}"/>
                </a:ext>
              </a:extLst>
            </p:cNvPr>
            <p:cNvGrpSpPr/>
            <p:nvPr/>
          </p:nvGrpSpPr>
          <p:grpSpPr>
            <a:xfrm>
              <a:off x="852704" y="2575673"/>
              <a:ext cx="3642935" cy="1012126"/>
              <a:chOff x="852704" y="2575673"/>
              <a:chExt cx="3642935" cy="101212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6CB354-37AA-59E8-F37B-E2E536D7C10D}"/>
                  </a:ext>
                </a:extLst>
              </p:cNvPr>
              <p:cNvSpPr/>
              <p:nvPr/>
            </p:nvSpPr>
            <p:spPr>
              <a:xfrm>
                <a:off x="852704" y="2575673"/>
                <a:ext cx="3600000" cy="9036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Character &amp; Values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0E84A5-DAE9-2A4A-829F-56EB2F28C9F5}"/>
                  </a:ext>
                </a:extLst>
              </p:cNvPr>
              <p:cNvSpPr txBox="1"/>
              <p:nvPr/>
            </p:nvSpPr>
            <p:spPr>
              <a:xfrm>
                <a:off x="895640" y="2766812"/>
                <a:ext cx="3599999" cy="820987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none" lIns="0" tIns="0" rIns="0" bIns="0" numCol="3" rtlCol="0">
                <a:noAutofit/>
              </a:bodyPr>
              <a:lstStyle>
                <a:defPPr>
                  <a:defRPr lang="en-US"/>
                </a:defPPr>
                <a:lvl1pPr marL="171450" indent="-171450">
                  <a:buFont typeface="Arial" panose="020B0604020202020204" pitchFamily="34" charset="0"/>
                  <a:buChar char="•"/>
                  <a:defRPr sz="1100">
                    <a:solidFill>
                      <a:srgbClr val="434343"/>
                    </a:solidFill>
                  </a:defRPr>
                </a:lvl1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Akhlaq (respect, integrity, etc.)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Ambition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Grit &amp; resilience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Humanity (empathy, societal &amp; cultural awareness, etc.)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National identity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66495E-C11B-C4D9-0069-25BA6DBD79D3}"/>
                </a:ext>
              </a:extLst>
            </p:cNvPr>
            <p:cNvGrpSpPr/>
            <p:nvPr/>
          </p:nvGrpSpPr>
          <p:grpSpPr>
            <a:xfrm>
              <a:off x="4497570" y="2575673"/>
              <a:ext cx="3600000" cy="927674"/>
              <a:chOff x="4497570" y="2575673"/>
              <a:chExt cx="3600000" cy="92767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4FBCFA-16BE-1709-91DE-7E77A686F4DA}"/>
                  </a:ext>
                </a:extLst>
              </p:cNvPr>
              <p:cNvSpPr/>
              <p:nvPr/>
            </p:nvSpPr>
            <p:spPr>
              <a:xfrm>
                <a:off x="4497570" y="2575673"/>
                <a:ext cx="3600000" cy="9036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Life skills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71EE66-F48C-CC29-76A4-7006C0C91F11}"/>
                  </a:ext>
                </a:extLst>
              </p:cNvPr>
              <p:cNvSpPr txBox="1"/>
              <p:nvPr/>
            </p:nvSpPr>
            <p:spPr>
              <a:xfrm>
                <a:off x="4540505" y="2751654"/>
                <a:ext cx="3512199" cy="751693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none" lIns="0" tIns="0" rIns="0" bIns="0" numCol="2" rtlCol="0">
                <a:noAutofit/>
              </a:bodyPr>
              <a:lstStyle>
                <a:defPPr>
                  <a:defRPr lang="en-US"/>
                </a:defPPr>
                <a:lvl1pPr marL="171450" indent="-171450">
                  <a:buFont typeface="Arial" panose="020B0604020202020204" pitchFamily="34" charset="0"/>
                  <a:buChar char="•"/>
                  <a:defRPr sz="1100">
                    <a:solidFill>
                      <a:srgbClr val="434343"/>
                    </a:solidFill>
                  </a:defRPr>
                </a:lvl1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Healthy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Financial literacy &amp; time management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Emotional intelligence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434343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Practical life management</a:t>
                </a:r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3B760-8F71-FC73-35B7-14229E2B00B4}"/>
              </a:ext>
            </a:extLst>
          </p:cNvPr>
          <p:cNvSpPr/>
          <p:nvPr/>
        </p:nvSpPr>
        <p:spPr>
          <a:xfrm>
            <a:off x="888925" y="2459331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Akhlaq: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Behaving ethically and with kindness, respect, and integrity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47DD13-BFCB-4107-9D98-64C1543B0DC2}"/>
              </a:ext>
            </a:extLst>
          </p:cNvPr>
          <p:cNvSpPr/>
          <p:nvPr/>
        </p:nvSpPr>
        <p:spPr>
          <a:xfrm>
            <a:off x="888925" y="2939524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Ambition: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Setting and pursuing meaningful goals and passions with purpose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3CBA2D-2F0B-11C3-DF09-5D491D630601}"/>
              </a:ext>
            </a:extLst>
          </p:cNvPr>
          <p:cNvSpPr/>
          <p:nvPr/>
        </p:nvSpPr>
        <p:spPr>
          <a:xfrm>
            <a:off x="888925" y="3416441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Grit &amp; resilience: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Persisting through challenges and having determination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320BFC-0834-9BDB-B22A-5BDCD1AF6B27}"/>
              </a:ext>
            </a:extLst>
          </p:cNvPr>
          <p:cNvSpPr/>
          <p:nvPr/>
        </p:nvSpPr>
        <p:spPr>
          <a:xfrm>
            <a:off x="888925" y="3890784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Humanity: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Being societally and culturally aware, valuing diversity and showing empathy for others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ABE850-4C9F-228D-7012-C7EAA026EAE1}"/>
              </a:ext>
            </a:extLst>
          </p:cNvPr>
          <p:cNvSpPr/>
          <p:nvPr/>
        </p:nvSpPr>
        <p:spPr>
          <a:xfrm>
            <a:off x="888925" y="4371010"/>
            <a:ext cx="3600000" cy="80207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identity: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Having pride in, embodying, and contributing positively to the UAE in alignment with National Identity pillars; Language, Values, Watan, Culture &amp; Traditions, History 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DF943C-04C0-9FDB-7495-EAA98C814F13}"/>
              </a:ext>
            </a:extLst>
          </p:cNvPr>
          <p:cNvSpPr/>
          <p:nvPr/>
        </p:nvSpPr>
        <p:spPr>
          <a:xfrm>
            <a:off x="4533791" y="2459331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Healthy: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Maintaining physical, mental, and emotional health and well-being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7BA90D-244E-823D-19F7-A63DEA9AE2BB}"/>
              </a:ext>
            </a:extLst>
          </p:cNvPr>
          <p:cNvSpPr/>
          <p:nvPr/>
        </p:nvSpPr>
        <p:spPr>
          <a:xfrm>
            <a:off x="4533791" y="2939524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Financial literacy &amp; time management: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Managing money and time responsibly to achieve goals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866317-3157-27E7-7BCB-984C2CC55472}"/>
              </a:ext>
            </a:extLst>
          </p:cNvPr>
          <p:cNvSpPr/>
          <p:nvPr/>
        </p:nvSpPr>
        <p:spPr>
          <a:xfrm>
            <a:off x="4533791" y="3416441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Emotional intelligence: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Recognizing, regulating, and managing emotions to support growth &amp; relationships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C14B14-263F-7321-A2FD-0E237A44A1B3}"/>
              </a:ext>
            </a:extLst>
          </p:cNvPr>
          <p:cNvSpPr/>
          <p:nvPr/>
        </p:nvSpPr>
        <p:spPr>
          <a:xfrm>
            <a:off x="4540446" y="3890784"/>
            <a:ext cx="3600000" cy="652595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life management: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Learning &amp; applying everyday skills for independence, survival &amp; problem-solving (e.g., cooking, laundry, fixing a light, etc.)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5030EE-272C-E4DF-A4D6-7B2D0A9D1B11}"/>
              </a:ext>
            </a:extLst>
          </p:cNvPr>
          <p:cNvSpPr/>
          <p:nvPr/>
        </p:nvSpPr>
        <p:spPr>
          <a:xfrm>
            <a:off x="8191967" y="2467755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Critical thinking: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Evaluating information to think logically and make reasoned decisions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010985-99DE-56C6-7097-83B9FAD971C4}"/>
              </a:ext>
            </a:extLst>
          </p:cNvPr>
          <p:cNvSpPr/>
          <p:nvPr/>
        </p:nvSpPr>
        <p:spPr>
          <a:xfrm>
            <a:off x="8191967" y="2942098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Creativity &amp; imagination: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Developing original and innovative ideas and solutions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BE40E7-56F8-1264-AB67-5A495CA7A7D6}"/>
              </a:ext>
            </a:extLst>
          </p:cNvPr>
          <p:cNvSpPr/>
          <p:nvPr/>
        </p:nvSpPr>
        <p:spPr>
          <a:xfrm>
            <a:off x="8191967" y="3416441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Adaptability: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Adjusting to new or uncertain situations, challenges, and environments with agility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C27FA7-39F0-FFD9-E8EC-E7D8E5ED1F1A}"/>
              </a:ext>
            </a:extLst>
          </p:cNvPr>
          <p:cNvSpPr/>
          <p:nvPr/>
        </p:nvSpPr>
        <p:spPr>
          <a:xfrm>
            <a:off x="8191967" y="3890784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Digital &amp; AI fluency: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Using technology &amp; AI confidently &amp; responsibly to learn, work, and problem-solve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D927EF-E1B9-E5E4-5035-F44025EDF5C6}"/>
              </a:ext>
            </a:extLst>
          </p:cNvPr>
          <p:cNvSpPr/>
          <p:nvPr/>
        </p:nvSpPr>
        <p:spPr>
          <a:xfrm>
            <a:off x="8191967" y="4839470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Collaborative: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Working effectively and respectfully with others to achieve goals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5BB00F-CEAC-4D24-3F29-AC1A59F9B877}"/>
              </a:ext>
            </a:extLst>
          </p:cNvPr>
          <p:cNvSpPr/>
          <p:nvPr/>
        </p:nvSpPr>
        <p:spPr>
          <a:xfrm>
            <a:off x="8191967" y="4365127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Entrepreneurship: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Transforming ideas into real-world opportunities and solutions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CE0F3F-0221-294C-9124-F37EA09C78E2}"/>
              </a:ext>
            </a:extLst>
          </p:cNvPr>
          <p:cNvSpPr/>
          <p:nvPr/>
        </p:nvSpPr>
        <p:spPr>
          <a:xfrm>
            <a:off x="8191967" y="5313815"/>
            <a:ext cx="3600000" cy="400604"/>
          </a:xfrm>
          <a:prstGeom prst="rect">
            <a:avLst/>
          </a:prstGeom>
          <a:noFill/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Communication: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Expressing ideas clearly and effectively and listening actively, interpersonal and intrapersonal skills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9CABE3-831D-798C-3A57-A5AFFC199508}"/>
              </a:ext>
            </a:extLst>
          </p:cNvPr>
          <p:cNvSpPr/>
          <p:nvPr/>
        </p:nvSpPr>
        <p:spPr>
          <a:xfrm>
            <a:off x="0" y="5808843"/>
            <a:ext cx="12192000" cy="1049148"/>
          </a:xfrm>
          <a:prstGeom prst="rect">
            <a:avLst/>
          </a:prstGeom>
          <a:solidFill>
            <a:srgbClr val="DDEAEF"/>
          </a:solidFill>
          <a:ln w="12700" cap="sq">
            <a:solidFill>
              <a:srgbClr val="DDEA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F58E85E-200F-0FEC-E176-47612DA56F79}"/>
              </a:ext>
            </a:extLst>
          </p:cNvPr>
          <p:cNvCxnSpPr>
            <a:cxnSpLocks/>
          </p:cNvCxnSpPr>
          <p:nvPr/>
        </p:nvCxnSpPr>
        <p:spPr>
          <a:xfrm flipH="1" flipV="1">
            <a:off x="658397" y="2467755"/>
            <a:ext cx="16179" cy="310896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E6AAEE9-B056-FA47-BB6B-0FE3C62C6E01}"/>
              </a:ext>
            </a:extLst>
          </p:cNvPr>
          <p:cNvSpPr txBox="1"/>
          <p:nvPr/>
        </p:nvSpPr>
        <p:spPr>
          <a:xfrm rot="16200000">
            <a:off x="50256" y="3780648"/>
            <a:ext cx="1216281" cy="288897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Details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73AFF0-A972-1A86-CB2D-BA90B9D525D0}"/>
              </a:ext>
            </a:extLst>
          </p:cNvPr>
          <p:cNvSpPr txBox="1"/>
          <p:nvPr/>
        </p:nvSpPr>
        <p:spPr>
          <a:xfrm>
            <a:off x="168410" y="6106442"/>
            <a:ext cx="1171254" cy="5209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WEF 21</a:t>
            </a:r>
            <a:r>
              <a:rPr kumimoji="0" lang="en-US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Century Skills</a:t>
            </a: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760F6E41-D3B7-EC62-0337-20331FE396BA}"/>
              </a:ext>
            </a:extLst>
          </p:cNvPr>
          <p:cNvSpPr/>
          <p:nvPr/>
        </p:nvSpPr>
        <p:spPr>
          <a:xfrm>
            <a:off x="1559703" y="6203852"/>
            <a:ext cx="124104" cy="229299"/>
          </a:xfrm>
          <a:prstGeom prst="chevron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6001DC-2658-4E61-C82D-157238305A53}"/>
              </a:ext>
            </a:extLst>
          </p:cNvPr>
          <p:cNvCxnSpPr/>
          <p:nvPr/>
        </p:nvCxnSpPr>
        <p:spPr>
          <a:xfrm>
            <a:off x="5276422" y="5968684"/>
            <a:ext cx="0" cy="729465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1DBCCBB-6CF5-8468-0C4F-682A13B6013B}"/>
              </a:ext>
            </a:extLst>
          </p:cNvPr>
          <p:cNvCxnSpPr/>
          <p:nvPr/>
        </p:nvCxnSpPr>
        <p:spPr>
          <a:xfrm>
            <a:off x="8853092" y="5957988"/>
            <a:ext cx="0" cy="729465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FEE0651-442F-0F30-F2A7-046139E47068}"/>
              </a:ext>
            </a:extLst>
          </p:cNvPr>
          <p:cNvSpPr txBox="1"/>
          <p:nvPr/>
        </p:nvSpPr>
        <p:spPr>
          <a:xfrm>
            <a:off x="2355046" y="5864356"/>
            <a:ext cx="2064302" cy="32096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Character Qualities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830CD0-8C03-89A8-C0C3-AFE7B0D4F6DE}"/>
              </a:ext>
            </a:extLst>
          </p:cNvPr>
          <p:cNvSpPr txBox="1"/>
          <p:nvPr/>
        </p:nvSpPr>
        <p:spPr>
          <a:xfrm>
            <a:off x="6000296" y="5862879"/>
            <a:ext cx="2064302" cy="32096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Foundational Literacies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7F2046-6987-7140-A1D7-C2BF246B45C8}"/>
              </a:ext>
            </a:extLst>
          </p:cNvPr>
          <p:cNvSpPr txBox="1"/>
          <p:nvPr/>
        </p:nvSpPr>
        <p:spPr>
          <a:xfrm>
            <a:off x="9490395" y="5862879"/>
            <a:ext cx="2064302" cy="32096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Competencies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ECA788-4DAC-CBC9-BABF-649FC3C85C2F}"/>
              </a:ext>
            </a:extLst>
          </p:cNvPr>
          <p:cNvSpPr txBox="1"/>
          <p:nvPr/>
        </p:nvSpPr>
        <p:spPr>
          <a:xfrm>
            <a:off x="2090578" y="6102350"/>
            <a:ext cx="3201212" cy="71873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numCol="3" rtlCol="0">
            <a:no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rgbClr val="434343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Initiative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Persistence/ grit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Leadership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Curiosity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Social &amp; cultural awareness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Adaptability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40CF21-C753-B467-627B-1C441A522FE3}"/>
              </a:ext>
            </a:extLst>
          </p:cNvPr>
          <p:cNvSpPr txBox="1"/>
          <p:nvPr/>
        </p:nvSpPr>
        <p:spPr>
          <a:xfrm>
            <a:off x="5431841" y="6106442"/>
            <a:ext cx="3201212" cy="71873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numCol="3" rtlCol="0">
            <a:no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rgbClr val="434343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Literacy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Scientific literacy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ICT (digital) literacy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Financial literacy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Cultural &amp; civic literacy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DD57F2-2F78-712C-E1D5-247AE8D15E33}"/>
              </a:ext>
            </a:extLst>
          </p:cNvPr>
          <p:cNvSpPr txBox="1"/>
          <p:nvPr/>
        </p:nvSpPr>
        <p:spPr>
          <a:xfrm>
            <a:off x="8948714" y="6100873"/>
            <a:ext cx="3149502" cy="59727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numCol="2" rtlCol="0">
            <a:no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rgbClr val="434343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Critical thinking &amp; problem-solving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Creativity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Collaboration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197052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BD79-726A-2798-A5BB-E3B6FD201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6E7E-3DD2-CE46-E734-166CF077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reach future-proof workforce: Life readiness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314C38-44A5-6B8C-181D-ACAA8C8A2CB0}"/>
              </a:ext>
            </a:extLst>
          </p:cNvPr>
          <p:cNvSpPr/>
          <p:nvPr/>
        </p:nvSpPr>
        <p:spPr>
          <a:xfrm>
            <a:off x="371740" y="1308181"/>
            <a:ext cx="11454061" cy="256931"/>
          </a:xfrm>
          <a:prstGeom prst="roundRect">
            <a:avLst>
              <a:gd name="adj" fmla="val 1541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73F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Measuring life readiness from cradle to career </a:t>
            </a:r>
          </a:p>
        </p:txBody>
      </p:sp>
      <p:sp>
        <p:nvSpPr>
          <p:cNvPr id="1034" name="Arrow: Pentagon 84">
            <a:extLst>
              <a:ext uri="{FF2B5EF4-FFF2-40B4-BE49-F238E27FC236}">
                <a16:creationId xmlns:a16="http://schemas.microsoft.com/office/drawing/2014/main" id="{50035B79-CA32-9AD0-010F-FF866282927F}"/>
              </a:ext>
            </a:extLst>
          </p:cNvPr>
          <p:cNvSpPr/>
          <p:nvPr/>
        </p:nvSpPr>
        <p:spPr>
          <a:xfrm>
            <a:off x="370887" y="1308180"/>
            <a:ext cx="11439260" cy="5340813"/>
          </a:xfrm>
          <a:prstGeom prst="roundRect">
            <a:avLst>
              <a:gd name="adj" fmla="val 748"/>
            </a:avLst>
          </a:prstGeom>
          <a:noFill/>
          <a:ln w="6350" cap="flat" cmpd="sng" algn="ctr">
            <a:solidFill>
              <a:srgbClr val="22588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361FA-58E2-0D35-C6E1-5744659CF92D}"/>
              </a:ext>
            </a:extLst>
          </p:cNvPr>
          <p:cNvSpPr txBox="1"/>
          <p:nvPr/>
        </p:nvSpPr>
        <p:spPr>
          <a:xfrm>
            <a:off x="475779" y="1657489"/>
            <a:ext cx="4577359" cy="2569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ptos" panose="020B0004020202020204" pitchFamily="34" charset="0"/>
              </a:rPr>
              <a:t>Proposed pillars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080883-428D-908E-F236-F81A9AC5D900}"/>
              </a:ext>
            </a:extLst>
          </p:cNvPr>
          <p:cNvGrpSpPr/>
          <p:nvPr/>
        </p:nvGrpSpPr>
        <p:grpSpPr>
          <a:xfrm>
            <a:off x="475779" y="1914420"/>
            <a:ext cx="11329684" cy="1443485"/>
            <a:chOff x="475777" y="1914420"/>
            <a:chExt cx="11329684" cy="14434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586698-C067-032A-6280-2EA29B63DBFC}"/>
                </a:ext>
              </a:extLst>
            </p:cNvPr>
            <p:cNvSpPr/>
            <p:nvPr/>
          </p:nvSpPr>
          <p:spPr>
            <a:xfrm>
              <a:off x="475777" y="1970603"/>
              <a:ext cx="2160000" cy="1387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EF4F2F-38FB-B7A8-A664-9F7D14236FBC}"/>
                </a:ext>
              </a:extLst>
            </p:cNvPr>
            <p:cNvSpPr/>
            <p:nvPr/>
          </p:nvSpPr>
          <p:spPr>
            <a:xfrm>
              <a:off x="2745889" y="1970603"/>
              <a:ext cx="2160000" cy="1387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9885D0-6B8D-87C4-EBC3-5F3156735105}"/>
                </a:ext>
              </a:extLst>
            </p:cNvPr>
            <p:cNvSpPr/>
            <p:nvPr/>
          </p:nvSpPr>
          <p:spPr>
            <a:xfrm>
              <a:off x="5016001" y="1970603"/>
              <a:ext cx="2160000" cy="1387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F36555-7D82-0BA4-0C97-6770D6A67A4B}"/>
                </a:ext>
              </a:extLst>
            </p:cNvPr>
            <p:cNvSpPr/>
            <p:nvPr/>
          </p:nvSpPr>
          <p:spPr>
            <a:xfrm>
              <a:off x="7286113" y="1970603"/>
              <a:ext cx="2160000" cy="1387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2BE0F4-BB24-9CF1-9771-DE3F0D1E7C8C}"/>
                </a:ext>
              </a:extLst>
            </p:cNvPr>
            <p:cNvSpPr/>
            <p:nvPr/>
          </p:nvSpPr>
          <p:spPr>
            <a:xfrm>
              <a:off x="9556223" y="1970603"/>
              <a:ext cx="2160000" cy="1387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92B244-4ABB-04C3-8399-36B4EDA095DE}"/>
                </a:ext>
              </a:extLst>
            </p:cNvPr>
            <p:cNvSpPr txBox="1"/>
            <p:nvPr/>
          </p:nvSpPr>
          <p:spPr>
            <a:xfrm>
              <a:off x="475777" y="1959414"/>
              <a:ext cx="2254458" cy="856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Calibri" panose="020F0502020204030204" pitchFamily="34" charset="0"/>
                </a:rPr>
                <a:t>     Cognitive Mastery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Aptos" panose="020B0004020202020204" pitchFamily="34" charset="0"/>
                  <a:cs typeface="Calibri" panose="020F0502020204030204" pitchFamily="34" charset="0"/>
                </a:rPr>
                <a:t>Core literacies, critical thinking, and learning agility</a:t>
              </a:r>
              <a:endParaRPr kumimoji="0" lang="en-AE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10AB2D-DFDB-9190-E0DC-20FAE586D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192" y="2000781"/>
              <a:ext cx="261205" cy="26120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52C7FC-3D8E-901B-0093-83F00E5A9DC6}"/>
                </a:ext>
              </a:extLst>
            </p:cNvPr>
            <p:cNvSpPr txBox="1"/>
            <p:nvPr/>
          </p:nvSpPr>
          <p:spPr>
            <a:xfrm>
              <a:off x="2740667" y="1959414"/>
              <a:ext cx="2254458" cy="1387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Calibri" panose="020F0502020204030204" pitchFamily="34" charset="0"/>
                </a:rPr>
                <a:t>      Social-Emotional Intelligence 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Self-awareness, relationship skills, and emotional regulation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8CD848-5247-5663-EE45-91966F7E47D4}"/>
                </a:ext>
              </a:extLst>
            </p:cNvPr>
            <p:cNvSpPr txBox="1"/>
            <p:nvPr/>
          </p:nvSpPr>
          <p:spPr>
            <a:xfrm>
              <a:off x="5005557" y="1920723"/>
              <a:ext cx="2254458" cy="1139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Calibri" panose="020F0502020204030204" pitchFamily="34" charset="0"/>
                </a:rPr>
                <a:t>     Physical &amp; Mental Wellness 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Health literacy, resilience, and well-being practices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5A2C4C-ADF7-A922-E8F8-0381A08E0AEB}"/>
                </a:ext>
              </a:extLst>
            </p:cNvPr>
            <p:cNvSpPr txBox="1"/>
            <p:nvPr/>
          </p:nvSpPr>
          <p:spPr>
            <a:xfrm>
              <a:off x="7270447" y="1920723"/>
              <a:ext cx="2254458" cy="1387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Calibri" panose="020F0502020204030204" pitchFamily="34" charset="0"/>
                </a:rPr>
                <a:t>     </a:t>
              </a: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Economic &amp; Financial Capability </a:t>
              </a:r>
              <a:endParaRPr kumimoji="0" lang="en-US" sz="1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Aptos" panose="020B0004020202020204" pitchFamily="34" charset="0"/>
                  <a:cs typeface="Calibri" panose="020F0502020204030204" pitchFamily="34" charset="0"/>
                </a:rPr>
                <a:t>Resource management, career navigation, and value creation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3B069A-2C38-08D5-787E-8D123BAF9934}"/>
                </a:ext>
              </a:extLst>
            </p:cNvPr>
            <p:cNvSpPr txBox="1"/>
            <p:nvPr/>
          </p:nvSpPr>
          <p:spPr>
            <a:xfrm>
              <a:off x="9551003" y="1914420"/>
              <a:ext cx="2254458" cy="1387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Calibri" panose="020F0502020204030204" pitchFamily="34" charset="0"/>
                </a:rPr>
                <a:t>     </a:t>
              </a:r>
              <a:r>
                <a:rPr kumimoji="0" 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Civic &amp; Digital Participation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Aptos" panose="020B0004020202020204" pitchFamily="34" charset="0"/>
                  <a:cs typeface="Calibri" panose="020F0502020204030204" pitchFamily="34" charset="0"/>
                </a:rPr>
                <a:t>Responsible engagement in communities and digital ecosystems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93F785-E47C-9468-CC1E-02D7E0DB8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1492" y="2000782"/>
              <a:ext cx="266894" cy="26689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DC56E3-4E55-A6E4-D502-44B61E820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6444" y="2000782"/>
              <a:ext cx="270732" cy="2707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CEAF93-2328-6909-5A90-2FDAD131B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8289" y="1996313"/>
              <a:ext cx="270140" cy="27014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C1CF14-E594-8D48-F561-52F0E0467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95981" y="2006019"/>
              <a:ext cx="250727" cy="250727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8636937-42FB-7494-7ECA-16A773570584}"/>
              </a:ext>
            </a:extLst>
          </p:cNvPr>
          <p:cNvSpPr txBox="1"/>
          <p:nvPr/>
        </p:nvSpPr>
        <p:spPr>
          <a:xfrm>
            <a:off x="475779" y="3407785"/>
            <a:ext cx="4577359" cy="2569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ptos" panose="020B0004020202020204" pitchFamily="34" charset="0"/>
              </a:rPr>
              <a:t>Age breakdown 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116BC3F8-8CDC-011C-2A85-67E6C189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87" y="7314511"/>
            <a:ext cx="90511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E" alt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Surveys?</a:t>
            </a:r>
            <a:r>
              <a:rPr kumimoji="0" lang="en-AE" altLang="en-A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Yes — socio‑emotional skills questionnaires are explicitly listed. ✔︎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E" alt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Quantitative data?</a:t>
            </a:r>
            <a:r>
              <a:rPr kumimoji="0" lang="en-AE" altLang="en-A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The document names </a:t>
            </a:r>
            <a:r>
              <a:rPr kumimoji="0" lang="en-AE" altLang="en-AE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indicator categories</a:t>
            </a:r>
            <a:r>
              <a:rPr kumimoji="0" lang="en-AE" altLang="en-A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 but </a:t>
            </a:r>
            <a:r>
              <a:rPr kumimoji="0" lang="en-AE" alt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does not define specific quantitative measures, scales, scoring rules, or targets — </a:t>
            </a:r>
            <a:r>
              <a:rPr kumimoji="0" lang="en-AE" altLang="en-AE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missing</a:t>
            </a:r>
            <a:r>
              <a:rPr kumimoji="0" lang="en-AE" alt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  <a:endParaRPr kumimoji="0" lang="en-AE" altLang="en-AE" sz="18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58F357-C18F-7B92-C782-2A8B076D22C3}"/>
              </a:ext>
            </a:extLst>
          </p:cNvPr>
          <p:cNvSpPr/>
          <p:nvPr/>
        </p:nvSpPr>
        <p:spPr>
          <a:xfrm>
            <a:off x="360394" y="1308179"/>
            <a:ext cx="225872" cy="256931"/>
          </a:xfrm>
          <a:prstGeom prst="roundRect">
            <a:avLst>
              <a:gd name="adj" fmla="val 1541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CAD20-4C09-C25E-4F28-779BC7A312BE}"/>
              </a:ext>
            </a:extLst>
          </p:cNvPr>
          <p:cNvSpPr txBox="1"/>
          <p:nvPr/>
        </p:nvSpPr>
        <p:spPr>
          <a:xfrm>
            <a:off x="11664291" y="6550223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12/14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737869-449F-BECE-84E9-B6C3880241C2}"/>
              </a:ext>
            </a:extLst>
          </p:cNvPr>
          <p:cNvGrpSpPr/>
          <p:nvPr/>
        </p:nvGrpSpPr>
        <p:grpSpPr>
          <a:xfrm>
            <a:off x="558536" y="3675320"/>
            <a:ext cx="11063963" cy="2935671"/>
            <a:chOff x="461958" y="3675320"/>
            <a:chExt cx="11063963" cy="293567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4174A8-EC0B-2036-AE9A-841C0F878CD7}"/>
                </a:ext>
              </a:extLst>
            </p:cNvPr>
            <p:cNvSpPr/>
            <p:nvPr/>
          </p:nvSpPr>
          <p:spPr>
            <a:xfrm>
              <a:off x="471733" y="3727486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E74FC6-D2A3-23B8-F11F-C049EDC2CEFB}"/>
                </a:ext>
              </a:extLst>
            </p:cNvPr>
            <p:cNvSpPr/>
            <p:nvPr/>
          </p:nvSpPr>
          <p:spPr>
            <a:xfrm>
              <a:off x="4227613" y="3725784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6E0B3A-7134-1523-8C9A-7CDFEED8FB76}"/>
                </a:ext>
              </a:extLst>
            </p:cNvPr>
            <p:cNvSpPr/>
            <p:nvPr/>
          </p:nvSpPr>
          <p:spPr>
            <a:xfrm>
              <a:off x="7950131" y="3725784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BA9F20-6B45-D826-543B-82E9D9F4C9B0}"/>
                </a:ext>
              </a:extLst>
            </p:cNvPr>
            <p:cNvSpPr/>
            <p:nvPr/>
          </p:nvSpPr>
          <p:spPr>
            <a:xfrm>
              <a:off x="471733" y="5187388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D36845A-1920-97CB-28E1-6CDF79DFAB51}"/>
                </a:ext>
              </a:extLst>
            </p:cNvPr>
            <p:cNvSpPr/>
            <p:nvPr/>
          </p:nvSpPr>
          <p:spPr>
            <a:xfrm>
              <a:off x="4227613" y="5185686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1CADE79-B3B1-8970-2EDA-DCE31FEC70B5}"/>
                </a:ext>
              </a:extLst>
            </p:cNvPr>
            <p:cNvSpPr/>
            <p:nvPr/>
          </p:nvSpPr>
          <p:spPr>
            <a:xfrm>
              <a:off x="7950131" y="5185686"/>
              <a:ext cx="3542429" cy="1387302"/>
            </a:xfrm>
            <a:prstGeom prst="rect">
              <a:avLst/>
            </a:prstGeom>
            <a:noFill/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8BA5E634-AF44-A9D2-A666-621CA59D7A19}"/>
                </a:ext>
              </a:extLst>
            </p:cNvPr>
            <p:cNvSpPr/>
            <p:nvPr/>
          </p:nvSpPr>
          <p:spPr>
            <a:xfrm rot="5400000">
              <a:off x="3433875" y="4315501"/>
              <a:ext cx="1376401" cy="216000"/>
            </a:xfrm>
            <a:prstGeom prst="triangle">
              <a:avLst/>
            </a:prstGeom>
            <a:solidFill>
              <a:srgbClr val="173F60"/>
            </a:solidFill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4DE2A6E9-C081-3BB1-949C-95977E2C2B99}"/>
                </a:ext>
              </a:extLst>
            </p:cNvPr>
            <p:cNvSpPr/>
            <p:nvPr/>
          </p:nvSpPr>
          <p:spPr>
            <a:xfrm rot="5400000">
              <a:off x="7189841" y="4305984"/>
              <a:ext cx="1376401" cy="216000"/>
            </a:xfrm>
            <a:prstGeom prst="triangle">
              <a:avLst/>
            </a:prstGeom>
            <a:solidFill>
              <a:srgbClr val="173F60"/>
            </a:solidFill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4D41FCBB-61F4-5A7B-5847-E1421AA3E585}"/>
                </a:ext>
              </a:extLst>
            </p:cNvPr>
            <p:cNvSpPr/>
            <p:nvPr/>
          </p:nvSpPr>
          <p:spPr>
            <a:xfrm rot="16200000">
              <a:off x="3442315" y="5780711"/>
              <a:ext cx="1376401" cy="216000"/>
            </a:xfrm>
            <a:prstGeom prst="triangle">
              <a:avLst/>
            </a:prstGeom>
            <a:solidFill>
              <a:srgbClr val="173F60"/>
            </a:solidFill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35112F82-C659-5B94-09CD-87FE0ED6E2F0}"/>
                </a:ext>
              </a:extLst>
            </p:cNvPr>
            <p:cNvSpPr/>
            <p:nvPr/>
          </p:nvSpPr>
          <p:spPr>
            <a:xfrm rot="16200000">
              <a:off x="7161101" y="5776787"/>
              <a:ext cx="1376401" cy="216000"/>
            </a:xfrm>
            <a:prstGeom prst="triangle">
              <a:avLst/>
            </a:prstGeom>
            <a:solidFill>
              <a:srgbClr val="173F60"/>
            </a:solidFill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47095342-FBE6-AFA0-25B4-53D655C17A71}"/>
                </a:ext>
              </a:extLst>
            </p:cNvPr>
            <p:cNvSpPr/>
            <p:nvPr/>
          </p:nvSpPr>
          <p:spPr>
            <a:xfrm rot="10800000">
              <a:off x="9051100" y="5102185"/>
              <a:ext cx="1376401" cy="216000"/>
            </a:xfrm>
            <a:prstGeom prst="triangle">
              <a:avLst/>
            </a:prstGeom>
            <a:solidFill>
              <a:srgbClr val="173F60"/>
            </a:solidFill>
            <a:ln w="6350">
              <a:solidFill>
                <a:srgbClr val="173F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id="{E321987F-412F-43C8-CC91-F25FD77E5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60" y="3706098"/>
              <a:ext cx="3526688" cy="1415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AE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Ages 3–10 (Foundation Building)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E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Reading fluency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E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Mathematical reasoning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E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Ability to form peer relationships &amp; self‑regulate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E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Physical coordination &amp; healthy habits</a:t>
              </a:r>
            </a:p>
          </p:txBody>
        </p:sp>
        <p:sp>
          <p:nvSpPr>
            <p:cNvPr id="49" name="Rectangle 8">
              <a:extLst>
                <a:ext uri="{FF2B5EF4-FFF2-40B4-BE49-F238E27FC236}">
                  <a16:creationId xmlns:a16="http://schemas.microsoft.com/office/drawing/2014/main" id="{2CF6591E-55D7-094E-F142-821A1821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3493" y="3675320"/>
              <a:ext cx="3542428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E" altLang="en-AE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Ages 18–25 (Early Independence) 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Professional/technical competency &amp; adaptability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Workplace collaboration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Health &amp; wellness routines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Emergency savings &amp; credit literacy </a:t>
              </a:r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51E0970F-D0C5-45BA-D7B0-C1FB3A9C9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613" y="3705424"/>
              <a:ext cx="3526688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E" altLang="en-AE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-webkit-standard"/>
                  <a:ea typeface="+mn-ea"/>
                  <a:cs typeface="+mn-cs"/>
                </a:rPr>
                <a:t>Ages 11–17 (Exploration &amp; Identity Formation) 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Problem‑solving &amp; self‑directed learning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Healthy peer relationships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Understanding work‑learning pathways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Responsible behavior &amp; civic awareness </a:t>
              </a: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B7F7B53B-364E-8913-51C4-7FBEDEB8A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029" y="5195219"/>
              <a:ext cx="3561892" cy="1415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AE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Ages 26–40 (Building &amp; Establishing) 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Career progression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Relationship stability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Regular health screenings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Retirement savings and potential homeownership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E625EA4D-1989-0F0C-5244-1D17C2679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011" y="5141578"/>
              <a:ext cx="3561892" cy="1415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AE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Ages 41–55 (Sustaining &amp; Transitioning)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Family harmony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Chronic‑condition management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Life satisfaction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Retirement adequacy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Community impact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2DA1CD50-6E8D-CB3B-4C3C-078DC66D9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58" y="5163337"/>
              <a:ext cx="3561892" cy="1415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AE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 panose="020F0502020204030204" pitchFamily="34" charset="0"/>
                </a:rPr>
                <a:t>Ages 56–64 (Redefining &amp; Contributing)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Advisory/teaching roles &amp; knowledge preservation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Relationship depth &amp; life satisfaction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Functional independence </a:t>
              </a:r>
            </a:p>
            <a:p>
              <a:pPr marL="177800" marR="0" lvl="0" indent="-1778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AE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Calibri" panose="020F0502020204030204" pitchFamily="34" charset="0"/>
                </a:rPr>
                <a:t>Volunteer impact &amp; digital inclusion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3419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yNLusCFOya.iVh4ubix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DEO">
  <a:themeElements>
    <a:clrScheme name="ADEO">
      <a:dk1>
        <a:srgbClr val="434343"/>
      </a:dk1>
      <a:lt1>
        <a:sysClr val="window" lastClr="FFFFFF"/>
      </a:lt1>
      <a:dk2>
        <a:srgbClr val="000000"/>
      </a:dk2>
      <a:lt2>
        <a:srgbClr val="EBF5F6"/>
      </a:lt2>
      <a:accent1>
        <a:srgbClr val="71A4C6"/>
      </a:accent1>
      <a:accent2>
        <a:srgbClr val="396EB2"/>
      </a:accent2>
      <a:accent3>
        <a:srgbClr val="5795B0"/>
      </a:accent3>
      <a:accent4>
        <a:srgbClr val="173F60"/>
      </a:accent4>
      <a:accent5>
        <a:srgbClr val="225882"/>
      </a:accent5>
      <a:accent6>
        <a:srgbClr val="C55A11"/>
      </a:accent6>
      <a:hlink>
        <a:srgbClr val="548135"/>
      </a:hlink>
      <a:folHlink>
        <a:srgbClr val="173F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EO" id="{C9E65BFB-1D7F-4038-8CBF-F2E0D1C29C53}" vid="{C4BE4CDD-937C-4FBB-B1CB-CD40D4D47E6B}"/>
    </a:ext>
  </a:extLst>
</a:theme>
</file>

<file path=ppt/theme/theme2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173F60"/>
      </a:accent1>
      <a:accent2>
        <a:srgbClr val="5795B0"/>
      </a:accent2>
      <a:accent3>
        <a:srgbClr val="396EB2"/>
      </a:accent3>
      <a:accent4>
        <a:srgbClr val="E7E6E6"/>
      </a:accent4>
      <a:accent5>
        <a:srgbClr val="225882"/>
      </a:accent5>
      <a:accent6>
        <a:srgbClr val="71A4C6"/>
      </a:accent6>
      <a:hlink>
        <a:srgbClr val="0000FF"/>
      </a:hlink>
      <a:folHlink>
        <a:srgbClr val="800080"/>
      </a:folHlink>
    </a:clrScheme>
    <a:fontScheme name="Custom 620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173F60"/>
        </a:accent1>
        <a:accent2>
          <a:srgbClr val="5795B0"/>
        </a:accent2>
        <a:accent3>
          <a:srgbClr val="396EB2"/>
        </a:accent3>
        <a:accent4>
          <a:srgbClr val="E7E6E6"/>
        </a:accent4>
        <a:accent5>
          <a:srgbClr val="225882"/>
        </a:accent5>
        <a:accent6>
          <a:srgbClr val="71A4C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434343"/>
    </a:custClr>
    <a:custClr name="Custom Color7">
      <a:srgbClr val="385F86"/>
    </a:custClr>
  </a:custClrLst>
  <a:extLst>
    <a:ext uri="{05A4C25C-085E-4340-85A3-A5531E510DB2}">
      <thm15:themeFamily xmlns:thm15="http://schemas.microsoft.com/office/thememl/2012/main" name="UA0654_OF_16x9_EN_v1.potx" id="{6DF942CB-582F-4C08-9C98-242F302CF74C}" vid="{ED5F745C-211A-49EB-BE7A-E2B967BBAE87}"/>
    </a:ext>
  </a:extLst>
</a:theme>
</file>

<file path=ppt/theme/theme3.xml><?xml version="1.0" encoding="utf-8"?>
<a:theme xmlns:a="http://schemas.openxmlformats.org/drawingml/2006/main" name="ADEO">
  <a:themeElements>
    <a:clrScheme name="ADEO">
      <a:dk1>
        <a:srgbClr val="434343"/>
      </a:dk1>
      <a:lt1>
        <a:sysClr val="window" lastClr="FFFFFF"/>
      </a:lt1>
      <a:dk2>
        <a:srgbClr val="000000"/>
      </a:dk2>
      <a:lt2>
        <a:srgbClr val="EBF5F6"/>
      </a:lt2>
      <a:accent1>
        <a:srgbClr val="71A4C6"/>
      </a:accent1>
      <a:accent2>
        <a:srgbClr val="396EB2"/>
      </a:accent2>
      <a:accent3>
        <a:srgbClr val="5795B0"/>
      </a:accent3>
      <a:accent4>
        <a:srgbClr val="173F60"/>
      </a:accent4>
      <a:accent5>
        <a:srgbClr val="225882"/>
      </a:accent5>
      <a:accent6>
        <a:srgbClr val="C55A11"/>
      </a:accent6>
      <a:hlink>
        <a:srgbClr val="548135"/>
      </a:hlink>
      <a:folHlink>
        <a:srgbClr val="173F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EO" id="{C9E65BFB-1D7F-4038-8CBF-F2E0D1C29C53}" vid="{C4BE4CDD-937C-4FBB-B1CB-CD40D4D47E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613</Words>
  <Application>Microsoft Macintosh PowerPoint</Application>
  <PresentationFormat>Widescreen</PresentationFormat>
  <Paragraphs>108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5" baseType="lpstr">
      <vt:lpstr>-webkit-standard</vt:lpstr>
      <vt:lpstr>Aptos</vt:lpstr>
      <vt:lpstr>Arial</vt:lpstr>
      <vt:lpstr>Calibri</vt:lpstr>
      <vt:lpstr>Calibri Light</vt:lpstr>
      <vt:lpstr>Montserrat Medium</vt:lpstr>
      <vt:lpstr>Sakkal Majalla</vt:lpstr>
      <vt:lpstr>Segoe UI</vt:lpstr>
      <vt:lpstr>Wingdings</vt:lpstr>
      <vt:lpstr>1_ADEO</vt:lpstr>
      <vt:lpstr>1_White</vt:lpstr>
      <vt:lpstr>ADEO</vt:lpstr>
      <vt:lpstr>think-cell Slide</vt:lpstr>
      <vt:lpstr>Breakdown of human outcomes</vt:lpstr>
      <vt:lpstr>To reach future-proof workforce: Life readiness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Amna Ali Ghanim Al Ali</dc:creator>
  <cp:lastModifiedBy>Maitha Salem Sultan Almemari</cp:lastModifiedBy>
  <cp:revision>3</cp:revision>
  <dcterms:created xsi:type="dcterms:W3CDTF">2025-10-29T05:25:40Z</dcterms:created>
  <dcterms:modified xsi:type="dcterms:W3CDTF">2025-11-10T11:50:54Z</dcterms:modified>
</cp:coreProperties>
</file>